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PhD weekly report / 组会汇报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203044"/>
                </a:solidFill>
                <a:latin typeface="Aptos"/>
              </a:rPr>
              <a:t>Stage 3: Self-Corrupted Token Repair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9692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65260"/>
                </a:solidFill>
                <a:latin typeface="Aptos"/>
              </a:rPr>
              <a:t>Discrete-token corruption → clean-token/image recovery → SFT pairs → Lumina repair behavior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971800"/>
            <a:ext cx="5212080" cy="1645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971800"/>
            <a:ext cx="73152" cy="164592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136392"/>
            <a:ext cx="4828032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本周汇报范围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Only Stage 3, Phase 0-5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不展开 Stage 1/2 细节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不编造未记录实验结果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971800"/>
            <a:ext cx="5029200" cy="1645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2971800"/>
            <a:ext cx="73152" cy="164592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3136392"/>
            <a:ext cx="4645152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Core claim / 核心问题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Can corrupted discrete VQ tokens teach localized repair?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Labels come from known token masks, not human judgment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Stage 3 Objective / 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From controlled token corruption to supervised repair behavior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Clean 64×64
VQ tokens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77440" y="2386584"/>
            <a:ext cx="45720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Controlled
corruption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17720" y="2386584"/>
            <a:ext cx="45720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6636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E5B5B"/>
                </a:solidFill>
                <a:latin typeface="Aptos"/>
              </a:rPr>
              <a:t>Corrupted
VQ tokens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0" y="2386584"/>
            <a:ext cx="45720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Known mask →
8×8 cells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98280" y="2386584"/>
            <a:ext cx="45720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46920" y="2011680"/>
            <a:ext cx="1691640" cy="74980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SFT target
{"cells": [...]}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749039"/>
            <a:ext cx="1060704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749039"/>
            <a:ext cx="73152" cy="132588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13631"/>
            <a:ext cx="1022299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What Stage 3 is trying to learn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Input: original prompt + corrupted discrete image-token state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Output: compact repair-cell JSON, e.g. {"cells":["D4","D5"]}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Training signal: corrupted-clean pairs generated inside Lumina token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Map / 阶段地图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Phase 0-5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508760" cy="438912"/>
          </a:xfrm>
          <a:prstGeom prst="round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P0
Direction reset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40280" y="1819656"/>
            <a:ext cx="173736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87168" y="1600200"/>
            <a:ext cx="1508760" cy="438912"/>
          </a:xfrm>
          <a:prstGeom prst="round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P1
Locality probe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95928" y="1819656"/>
            <a:ext cx="173735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42816" y="1600200"/>
            <a:ext cx="1508760" cy="438912"/>
          </a:xfrm>
          <a:prstGeom prst="round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P2
Dataset build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51575" y="1819656"/>
            <a:ext cx="173737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98464" y="1600200"/>
            <a:ext cx="1508760" cy="438912"/>
          </a:xfrm>
          <a:prstGeom prst="round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P3
Selector baselines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07223" y="1819656"/>
            <a:ext cx="173737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54112" y="1600200"/>
            <a:ext cx="1508760" cy="438912"/>
          </a:xfrm>
          <a:prstGeom prst="round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P4
MMU/LoRA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62872" y="1819656"/>
            <a:ext cx="173736" cy="0"/>
          </a:xfrm>
          <a:prstGeom prst="line">
            <a:avLst/>
          </a:prstGeom>
          <a:ln w="20320">
            <a:solidFill>
              <a:srgbClr val="CDD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09760" y="1600200"/>
            <a:ext cx="1508760" cy="438912"/>
          </a:xfrm>
          <a:prstGeom prst="round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P5
Loop wired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43200"/>
            <a:ext cx="342900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743200"/>
            <a:ext cx="73152" cy="219456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907792"/>
            <a:ext cx="3044952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Completed / 已完成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P0 research direction reset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P1 smoke locality gate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P2 self-corruption dataset tooling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P3 baseline gate on Hard64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743200"/>
            <a:ext cx="342900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2743200"/>
            <a:ext cx="73152" cy="219456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2907792"/>
            <a:ext cx="3044952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In progress / 进行中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P4 repair_cells LoRA is runnable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Format still unstable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Localization quality is the blocker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2743200"/>
            <a:ext cx="342900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2743200"/>
            <a:ext cx="73152" cy="219456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2907792"/>
            <a:ext cx="3044952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Next / 下一步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P5 loop engineering verified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Run oracle upper bound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Compare image-space teacher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0: Direction Reset / 方向重置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Old cross-model Stage 3 is no longer the mainline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73152" cy="182880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73352"/>
            <a:ext cx="47365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Research framing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Mainline: self-corrupted token repair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Conservative claim: local repair signal, not general intelligence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Stage 2 JSON evaluator remains separate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08760"/>
            <a:ext cx="512064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508760"/>
            <a:ext cx="73152" cy="182880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73352"/>
            <a:ext cx="47365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Repository artifacts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Design doc updated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Server handoff docs added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Shared collaboration log records 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4160520"/>
            <a:ext cx="2011680" cy="685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697380"/>
                </a:solidFill>
                <a:latin typeface="Aptos"/>
              </a:rPr>
              <a:t>Prompt + image
Stage 2 path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4160520"/>
            <a:ext cx="2011680" cy="685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Prompt + corrupted
VQ tokens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160520"/>
            <a:ext cx="2011680" cy="685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TokenReopenMask
Stage 3 path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4507992"/>
            <a:ext cx="19202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132320" y="4507992"/>
            <a:ext cx="19202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1: Token Locality Probe / 局部性验证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Before training, check whether token corruption has local visual effects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Clean tokens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68880" y="1929384"/>
            <a:ext cx="41148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7180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Corrupt block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29384"/>
            <a:ext cx="41148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66359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Decode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0" y="1929384"/>
            <a:ext cx="411479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19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E5B5B"/>
                </a:solidFill>
                <a:latin typeface="Aptos"/>
              </a:rPr>
              <a:t>Difference map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59" y="1929384"/>
            <a:ext cx="411481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55548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Locality 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63240"/>
            <a:ext cx="512064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73152" cy="210312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227832"/>
            <a:ext cx="4736592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Implemented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Corruptors: random_replace, local_shuffle, neighbor_copy, transplant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Metrics: inside energy, top-1/top-k hit, radius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Outputs: manifest, summary, heatmaps, images, tokens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063240"/>
            <a:ext cx="512064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063240"/>
            <a:ext cx="73152" cy="210312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227832"/>
            <a:ext cx="4736592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Recorded result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Smoke: 8 prompts, 24 corruption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Generation/decode succeeded for all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4×4 random replace and local_shuffle showed clear locality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2: Self-Corruption Dataset / 数据构造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Create corrupted-clean pairs with exact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clean_vq_ids
64×64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47672" y="1773936"/>
            <a:ext cx="384048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04872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mask
1/2/4/8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49624" y="1773936"/>
            <a:ext cx="384048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operator
4 choices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51576" y="1773936"/>
            <a:ext cx="384048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08776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E5B5B"/>
                </a:solidFill>
                <a:latin typeface="Aptos"/>
              </a:rPr>
              <a:t>corrupted_vq_ids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53528" y="1773936"/>
            <a:ext cx="384047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10728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project to
8×8 cells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55480" y="1773936"/>
            <a:ext cx="384048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12680" y="1463040"/>
            <a:ext cx="1444752" cy="6217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SFT row
JSON target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07492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73152" cy="233172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2907792"/>
            <a:ext cx="469087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Canonical dataset row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Positive: corrupted tokens + nonempty cells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Negative: same clean tokens + {"cells":[]}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Decoded images are audit-only, not label sources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743200"/>
            <a:ext cx="507492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743200"/>
            <a:ext cx="73152" cy="233172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907792"/>
            <a:ext cx="469087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Current scale target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10k clean prompts / clean tokens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30k positive + 10k negative repair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Group-safe SFT split by source clean sample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3: Selector Baselines / 基线选择器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Check learnability before training Lumina adapters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237744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2999232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Baselines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random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token_prior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RGB diff oracle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RGB localizer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prompt + RGB localizer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383280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73152" cy="237744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581912"/>
            <a:ext cx="2999232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Metrics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precision / recall / F1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cell IoU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hit_any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distance to target cells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383280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417320"/>
            <a:ext cx="73152" cy="237744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581912"/>
            <a:ext cx="2999232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Recorded gate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Hard64 dataset: 128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prompt_rgb_localizer: 0.875 hit_any at 16×16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Enough to justify Phase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177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97380"/>
                </a:solidFill>
                <a:latin typeface="Aptos"/>
              </a:rPr>
              <a:t>Important: the 24-row smoke set validates wiring only; stronger conclusions rely on expanded datasets.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4: MMU / LoRA Repair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Train Lumina to output repair cells from corrupted token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182880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Prompt +
corrupted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508760"/>
            <a:ext cx="182880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Lumina MMU
answer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508760"/>
            <a:ext cx="182880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LoRA SFT
adapter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508760"/>
            <a:ext cx="182880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JSON
{"cells":[]}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1837943"/>
            <a:ext cx="5486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74920" y="1837943"/>
            <a:ext cx="5486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43800" y="1837943"/>
            <a:ext cx="54864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" y="2788920"/>
            <a:ext cx="5074920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788920"/>
            <a:ext cx="73152" cy="224028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53512"/>
            <a:ext cx="469087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What has been implemented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SFT prep + Lumina SFT conversion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VQ-token and decoded-image input modes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Single-GPU and DDP LoRA training wrappers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H200/L40S profile configs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074920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788920"/>
            <a:ext cx="73152" cy="224028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53512"/>
            <a:ext cx="469087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Known Phase-4 evidence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Zero-shot parse_rate: 0.0 on early probe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Old-schema LoRA loss: 9.75 → 0.157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Old-schema LoRA eval parse_rate: 0.156; hit_any: 0.0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Current Mainline Update / 当前主线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Token-only 8×8 repair_cells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233172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81912"/>
            <a:ext cx="473659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Schema simplification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Target JSON has exactly one key: cells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Positive example: {"cells":["D4","D5"]}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Negative example: {"cells":[]}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17320"/>
            <a:ext cx="51206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417320"/>
            <a:ext cx="73152" cy="233172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581912"/>
            <a:ext cx="473659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Why this matters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Removes legacy key mismatch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Directly matches reopen decision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Parse rate must be near 1 before localization metrics matter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1069848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160520"/>
            <a:ext cx="73152" cy="96012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325112"/>
            <a:ext cx="103144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Resource note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1024px LoRA training is memory-sensitive; current configs include H200 1024px and L40S gradient-checkpointing/8-bit-Adam profiles.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Phase 5: ASCR Loop Integration / 闭环修复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Engineering loop now runs; localizer quality is the bottleneck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26792"/>
                </a:solidFill>
                <a:latin typeface="Aptos"/>
              </a:rPr>
              <a:t>Lumina
baseline image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68880" y="1929384"/>
            <a:ext cx="41148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7180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E817C"/>
                </a:solidFill>
                <a:latin typeface="Aptos"/>
              </a:rPr>
              <a:t>Predict
repair cells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29384"/>
            <a:ext cx="411480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66359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C7A3F"/>
                </a:solidFill>
                <a:latin typeface="Aptos"/>
              </a:rPr>
              <a:t>Reopen selected
VQ tokens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0" y="1929384"/>
            <a:ext cx="411479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19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88760"/>
                </a:solidFill>
                <a:latin typeface="Aptos"/>
              </a:rPr>
              <a:t>Decode repaired
image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59" y="1929384"/>
            <a:ext cx="411481" cy="0"/>
          </a:xfrm>
          <a:prstGeom prst="line">
            <a:avLst/>
          </a:prstGeom>
          <a:ln w="20320">
            <a:solidFill>
              <a:srgbClr val="4652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555480" y="1600200"/>
            <a:ext cx="1691640" cy="6583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465260"/>
                </a:solidFill>
                <a:latin typeface="Aptos"/>
              </a:rPr>
              <a:t>Optional
accept/reject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512064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154680"/>
            <a:ext cx="73152" cy="182880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319272"/>
            <a:ext cx="47365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New evidence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Single-sample smoke completed: 161923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2-sample benchmark completed: 161943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ok_count=2, error_count=0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12064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828800"/>
          </a:xfrm>
          <a:prstGeom prst="rect">
            <a:avLst/>
          </a:prstGeom>
          <a:solidFill>
            <a:srgbClr val="9E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319272"/>
            <a:ext cx="473659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But localizer failed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target=B5 in both samples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LoRA predicted D/F/G rows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hit_any=0/2 despite reopen_changed=1.0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Stage-5 Result: Working Loop, Failed Native Localizer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The result is useful as a negative baseline, not as the final selector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3383280" cy="3246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73152" cy="3246120"/>
          </a:xfrm>
          <a:prstGeom prst="rect">
            <a:avLst/>
          </a:prstGeom>
          <a:solidFill>
            <a:srgbClr val="588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2999232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What succeeded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clean/corrupt/reopen/decode path runs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LoRA answer path no longer crashes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Artifacts: trace, masks, before/after images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383280" cy="3246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325880"/>
            <a:ext cx="73152" cy="3246120"/>
          </a:xfrm>
          <a:prstGeom prst="rect">
            <a:avLst/>
          </a:prstGeom>
          <a:solidFill>
            <a:srgbClr val="9E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490472"/>
            <a:ext cx="2999232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What failed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raw MMU text is malformed/repetitive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parser recovers cells but not meaning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selected cells miss true target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25880"/>
            <a:ext cx="3383280" cy="3246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325880"/>
            <a:ext cx="73152" cy="324612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490472"/>
            <a:ext cx="2999232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How to report it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Current LoRA = failed baseline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 not claim repair quality yet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Use as evidence for stronger supervision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203044"/>
                </a:solidFill>
                <a:latin typeface="Aptos"/>
              </a:rPr>
              <a:t>Interpretation: Stage 5 infrastructure is validated; Stage 4 native localizer is the research bottleneck.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Decision Point: Add Oracle + Stage-2 Image-Space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Do not abandon Stage 3 yet; isolate whether the bottleneck is localizer or reopen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12064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73152" cy="219456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4736592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Oracle upper bound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Use true target_cells directly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Same prompt/corruption/reopen path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If oracle fails: generator/reopen problem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If oracle works: localizer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25880"/>
            <a:ext cx="512064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73152" cy="219456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490472"/>
            <a:ext cx="4736592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Stage-2 style branch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External API analyzes decoded images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Image-space evaluator/localizer, not VQ-token input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Use as teacher/control loop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Compare to native LoRA selector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69080"/>
            <a:ext cx="106984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69080"/>
            <a:ext cx="73152" cy="105156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233672"/>
            <a:ext cx="1031443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Recommendation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Keep token-repair Stage 3 as main experimental scaffold, but add image-space external-teacher loop as an upper-bound/control path before more native-localizer training.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Next Actions / 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Concrete server continuation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120640" cy="2011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73152" cy="2011680"/>
          </a:xfrm>
          <a:prstGeom prst="rect">
            <a:avLst/>
          </a:prstGeom>
          <a:solidFill>
            <a:srgbClr val="42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4736592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Short-term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Implement oracle selector mode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Run oracle vs LoRA on same prompts/seeds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Summarize hit_any, mask size, reopen_changed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25880"/>
            <a:ext cx="5120640" cy="2011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73152" cy="2011680"/>
          </a:xfrm>
          <a:prstGeom prst="rect">
            <a:avLst/>
          </a:prstGeom>
          <a:solidFill>
            <a:srgbClr val="4E81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490472"/>
            <a:ext cx="4736592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Image-space control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Prototype external API evaluator on decoded corrupted images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Keep outputs clearly labeled as teacher/API branch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 not mix teacher labels into Stage-3 self-supervision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1069848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94760"/>
            <a:ext cx="73152" cy="1325880"/>
          </a:xfrm>
          <a:prstGeom prst="rect">
            <a:avLst/>
          </a:prstGeom>
          <a:solidFill>
            <a:srgbClr val="9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59352"/>
            <a:ext cx="1031443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Training implication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Only retrain native localizer after the oracle branch shows the reopen mechanism can produce meaningful improvements.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03044"/>
                </a:solidFill>
                <a:latin typeface="Aptos"/>
              </a:rPr>
              <a:t>Evidence Sources / 依据文件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97380"/>
                </a:solidFill>
                <a:latin typeface="Aptos"/>
              </a:rPr>
              <a:t>Repository files used to avoid unsupported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18288"/>
          </a:xfrm>
          <a:prstGeom prst="rect">
            <a:avLst/>
          </a:prstGeom>
          <a:solidFill>
            <a:srgbClr val="CDD3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98480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D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73152" cy="3886200"/>
          </a:xfrm>
          <a:prstGeom prst="rect">
            <a:avLst/>
          </a:prstGeom>
          <a:solidFill>
            <a:srgbClr val="4652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10314432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03044"/>
                </a:solidFill>
                <a:latin typeface="Aptos"/>
              </a:rPr>
              <a:t>Checked files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docs/STAGE3_SELF_CORRUPTED_TOKEN_REPAIR.md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docs/SERVER_AI_TASK_STAGE3_TOKEN_REPAIR_DATASET_AND_LORA.md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docs/SERVER_AI_TASK_STAGE3_SELF_CORRUPT_LOCALITY.md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docs/SERVER_AI_TASK_STAGE3_SELF_CORRUPT_DATASET.md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docs/SERVER_AI_TASK_STAGE3_SELF_CORRUPT_SELECTORS.md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configs/stage3/self_corrupt/token_repair_40k.yaml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configs/stage4/self_corrupt/mmu_sft_token_repair_8x8.yaml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outputs/stage5_self_corrupt/token_repair_8x8_bench2_peftfix_1h/summary.json</a:t>
            </a:r>
          </a:p>
          <a:p>
            <a:pPr>
              <a:spcBef>
                <a:spcPts val="600"/>
              </a:spcBef>
              <a:defRPr sz="1100">
                <a:solidFill>
                  <a:srgbClr val="465260"/>
                </a:solidFill>
                <a:latin typeface="Aptos"/>
              </a:defRPr>
            </a:pPr>
            <a:r>
              <a:t>outputs/stage5_self_corrupt/token_repair_8x8_bench2_peftfix_1h/comparison/stage5_loop_comparison.json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697380"/>
                </a:solidFill>
                <a:latin typeface="Aptos"/>
              </a:rPr>
              <a:t>ASCR Stage 3 weekly update | Page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