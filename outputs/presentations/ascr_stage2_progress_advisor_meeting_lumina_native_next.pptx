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e5cc3d5da24832" /><Relationship Type="http://schemas.openxmlformats.org/officeDocument/2006/relationships/extended-properties" Target="/docProps/app.xml" Id="Re5c21035066e4e91" /><Relationship Type="http://schemas.openxmlformats.org/officeDocument/2006/relationships/officeDocument" Target="/ppt/presentation.xml" Id="Rb892aaa84b6044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c67f9d85441a7"/>
  </p:sldMasterIdLst>
  <p:notesMasterIdLst>
    <p:notesMasterId xmlns:r="http://schemas.openxmlformats.org/officeDocument/2006/relationships" r:id="Rac5e394894d74cbb"/>
  </p:notesMasterIdLst>
  <p:sldIdLst>
    <p:sldId xmlns:r="http://schemas.openxmlformats.org/officeDocument/2006/relationships" id="256" r:id="R96227a5a971e4022"/>
    <p:sldId xmlns:r="http://schemas.openxmlformats.org/officeDocument/2006/relationships" id="257" r:id="R63ae0f2109e1452f"/>
    <p:sldId xmlns:r="http://schemas.openxmlformats.org/officeDocument/2006/relationships" id="258" r:id="R52baee8501574232"/>
    <p:sldId xmlns:r="http://schemas.openxmlformats.org/officeDocument/2006/relationships" id="259" r:id="Rfe12b17b24e04d5b"/>
    <p:sldId xmlns:r="http://schemas.openxmlformats.org/officeDocument/2006/relationships" id="260" r:id="R409689c5e8cd43a0"/>
    <p:sldId xmlns:r="http://schemas.openxmlformats.org/officeDocument/2006/relationships" id="261" r:id="R73b01cadfd784378"/>
    <p:sldId xmlns:r="http://schemas.openxmlformats.org/officeDocument/2006/relationships" id="262" r:id="R3fe6c329fce04ef9"/>
    <p:sldId xmlns:r="http://schemas.openxmlformats.org/officeDocument/2006/relationships" id="263" r:id="Rf749f4962afb4542"/>
    <p:sldId xmlns:r="http://schemas.openxmlformats.org/officeDocument/2006/relationships" id="264" r:id="Rff3d49ebb5b04ff0"/>
    <p:sldId xmlns:r="http://schemas.openxmlformats.org/officeDocument/2006/relationships" id="265" r:id="R94f6225444ab47d6"/>
    <p:sldId xmlns:r="http://schemas.openxmlformats.org/officeDocument/2006/relationships" id="266" r:id="R789c632127cf41a8"/>
    <p:sldId xmlns:r="http://schemas.openxmlformats.org/officeDocument/2006/relationships" id="267" r:id="R55fcb57bc92c41cb"/>
    <p:sldId xmlns:r="http://schemas.openxmlformats.org/officeDocument/2006/relationships" id="268" r:id="Re260e90cd62847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cca86d15664f8f" /><Relationship Type="http://schemas.openxmlformats.org/officeDocument/2006/relationships/slideMaster" Target="/ppt/slideMasters/slideMaster1.xml" Id="Ra84c67f9d85441a7" /><Relationship Type="http://schemas.openxmlformats.org/officeDocument/2006/relationships/notesMaster" Target="/ppt/notesMasters/notesMaster1.xml" Id="Rac5e394894d74cbb" /><Relationship Type="http://schemas.openxmlformats.org/officeDocument/2006/relationships/presProps" Target="/ppt/presProps.xml" Id="R4541071e87f74812" /><Relationship Type="http://schemas.openxmlformats.org/officeDocument/2006/relationships/tableStyles" Target="/ppt/tableStyles.xml" Id="R51595010329f438d" /><Relationship Type="http://schemas.openxmlformats.org/officeDocument/2006/relationships/slide" Target="/ppt/slides/slide1.xml" Id="R96227a5a971e4022" /><Relationship Type="http://schemas.openxmlformats.org/officeDocument/2006/relationships/slide" Target="/ppt/slides/slide2.xml" Id="R63ae0f2109e1452f" /><Relationship Type="http://schemas.openxmlformats.org/officeDocument/2006/relationships/slide" Target="/ppt/slides/slide3.xml" Id="R52baee8501574232" /><Relationship Type="http://schemas.openxmlformats.org/officeDocument/2006/relationships/slide" Target="/ppt/slides/slide4.xml" Id="Rfe12b17b24e04d5b" /><Relationship Type="http://schemas.openxmlformats.org/officeDocument/2006/relationships/slide" Target="/ppt/slides/slide5.xml" Id="R409689c5e8cd43a0" /><Relationship Type="http://schemas.openxmlformats.org/officeDocument/2006/relationships/slide" Target="/ppt/slides/slide6.xml" Id="R73b01cadfd784378" /><Relationship Type="http://schemas.openxmlformats.org/officeDocument/2006/relationships/slide" Target="/ppt/slides/slide7.xml" Id="R3fe6c329fce04ef9" /><Relationship Type="http://schemas.openxmlformats.org/officeDocument/2006/relationships/slide" Target="/ppt/slides/slide8.xml" Id="Rf749f4962afb4542" /><Relationship Type="http://schemas.openxmlformats.org/officeDocument/2006/relationships/slide" Target="/ppt/slides/slide9.xml" Id="Rff3d49ebb5b04ff0" /><Relationship Type="http://schemas.openxmlformats.org/officeDocument/2006/relationships/slide" Target="/ppt/slides/slide10.xml" Id="R94f6225444ab47d6" /><Relationship Type="http://schemas.openxmlformats.org/officeDocument/2006/relationships/slide" Target="/ppt/slides/slide11.xml" Id="R789c632127cf41a8" /><Relationship Type="http://schemas.openxmlformats.org/officeDocument/2006/relationships/slide" Target="/ppt/slides/slide12.xml" Id="R55fcb57bc92c41cb" /><Relationship Type="http://schemas.openxmlformats.org/officeDocument/2006/relationships/slide" Target="/ppt/slides/slide13.xml" Id="Re260e90cd62847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81e6899081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e31b563999445d" /><Relationship Type="http://schemas.openxmlformats.org/officeDocument/2006/relationships/notesMaster" Target="/ppt/notesMasters/notesMaster1.xml" Id="R37aac787a7274b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ce8d9f12414386" /><Relationship Type="http://schemas.openxmlformats.org/officeDocument/2006/relationships/notesMaster" Target="/ppt/notesMasters/notesMaster1.xml" Id="R5b5cec77add84c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7af661b0e04f96" /><Relationship Type="http://schemas.openxmlformats.org/officeDocument/2006/relationships/notesMaster" Target="/ppt/notesMasters/notesMaster1.xml" Id="Rb138d5c732bf4b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68dea51dd6484a" /><Relationship Type="http://schemas.openxmlformats.org/officeDocument/2006/relationships/notesMaster" Target="/ppt/notesMasters/notesMaster1.xml" Id="R35f9999ef78e42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5957d4527a47a6" /><Relationship Type="http://schemas.openxmlformats.org/officeDocument/2006/relationships/notesMaster" Target="/ppt/notesMasters/notesMaster1.xml" Id="R97526026dc1b4b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239ab911334877" /><Relationship Type="http://schemas.openxmlformats.org/officeDocument/2006/relationships/notesMaster" Target="/ppt/notesMasters/notesMaster1.xml" Id="Ra2302d1c89de41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146153f7cf4718" /><Relationship Type="http://schemas.openxmlformats.org/officeDocument/2006/relationships/notesMaster" Target="/ppt/notesMasters/notesMaster1.xml" Id="R2f788d64e1364f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a862557b9946eb" /><Relationship Type="http://schemas.openxmlformats.org/officeDocument/2006/relationships/notesMaster" Target="/ppt/notesMasters/notesMaster1.xml" Id="R903697b498db49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5e891c2f1842f1" /><Relationship Type="http://schemas.openxmlformats.org/officeDocument/2006/relationships/notesMaster" Target="/ppt/notesMasters/notesMaster1.xml" Id="R15ecc0785d2041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d71b21de904469" /><Relationship Type="http://schemas.openxmlformats.org/officeDocument/2006/relationships/notesMaster" Target="/ppt/notesMasters/notesMaster1.xml" Id="R1461733cf7304b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25df6cf9ca4983" /><Relationship Type="http://schemas.openxmlformats.org/officeDocument/2006/relationships/notesMaster" Target="/ppt/notesMasters/notesMaster1.xml" Id="R8dcdf6606c1047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c6c2b5b9024d90" /><Relationship Type="http://schemas.openxmlformats.org/officeDocument/2006/relationships/notesMaster" Target="/ppt/notesMasters/notesMaster1.xml" Id="R5b18e5bfce2c47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002f4e3640414a" /><Relationship Type="http://schemas.openxmlformats.org/officeDocument/2006/relationships/notesMaster" Target="/ppt/notesMasters/notesMaster1.xml" Id="R0926bbf3e53f4c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ASCR 的核心是 alternating。Confidence block 继续 native denoising；Semantic block 问另一个问题：当前图像哪里和 prompt 不一致，然后只 reopen those selected token regions。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semantic reopening 在弱一些的 generator 上空间更大。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这次主要汇报 ASCR 从 Stage 1 往 Stage 2 走的进展。核心是把 external semantic evaluator 蒸馏成本地 student semantic localizer。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区分两个概念。semantic localizer/evaluator 是看 prompt 和 image，判断有没有 semantic error、错在哪些 grid cells。selector 只是把 grid cells 映射成 token reopen mask。所以真正要 distill 的是 localizer/evaluator，不是 selector。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dataset: 64 + 79 </a:t>
            </a:r>
            <a:r>
              <a:t>代表我们现在有两类 </a:t>
            </a:r>
            <a:r>
              <a:t>Qwen3.7-plus teacher labels。</a:t>
            </a:r>
          </a:p>
          <a:p xmlns:a="http://schemas.openxmlformats.org/drawingml/2006/main">
            <a:r>
              <a:t>第一类是 64 </a:t>
            </a:r>
            <a:r>
              <a:t>quality labels，</a:t>
            </a:r>
            <a:r>
              <a:t>主要用于 </a:t>
            </a:r>
            <a:r>
              <a:t>evaluation。</a:t>
            </a:r>
          </a:p>
          <a:p xmlns:a="http://schemas.openxmlformats.org/drawingml/2006/main">
            <a:r>
              <a:t>每个 </a:t>
            </a:r>
            <a:r>
              <a:t>sample </a:t>
            </a:r>
            <a:r>
              <a:t>里，</a:t>
            </a:r>
            <a:r>
              <a:t>teacher </a:t>
            </a:r>
            <a:r>
              <a:t>会比较 </a:t>
            </a:r>
            <a:r>
              <a:t>before image </a:t>
            </a:r>
            <a:r>
              <a:t>和 </a:t>
            </a:r>
            <a:r>
              <a:t>after image，</a:t>
            </a:r>
            <a:r>
              <a:t>分别打分，判断哪个更好：</a:t>
            </a:r>
            <a:r>
              <a:t>before / after / tie，</a:t>
            </a:r>
            <a:r>
              <a:t>并给出 </a:t>
            </a:r>
            <a:r>
              <a:t>reason。</a:t>
            </a:r>
            <a:r>
              <a:t>这个部分的作用是判断 </a:t>
            </a:r>
            <a:r>
              <a:t>ASCR </a:t>
            </a:r>
            <a:r>
              <a:t>修改之后，</a:t>
            </a:r>
            <a:r>
              <a:t>image quality </a:t>
            </a:r>
            <a:r>
              <a:t>有没有真的变好。</a:t>
            </a:r>
          </a:p>
          <a:p xmlns:a="http://schemas.openxmlformats.org/drawingml/2006/main">
            <a:r>
              <a:t>第二类是 79 </a:t>
            </a:r>
            <a:r>
              <a:t>localization labels，</a:t>
            </a:r>
            <a:r>
              <a:t>主要用于 </a:t>
            </a:r>
            <a:r>
              <a:t>training。</a:t>
            </a:r>
          </a:p>
          <a:p xmlns:a="http://schemas.openxmlformats.org/drawingml/2006/main">
            <a:r>
              <a:t>teacher </a:t>
            </a:r>
            <a:r>
              <a:t>会看 </a:t>
            </a:r>
            <a:r>
              <a:t>prompt + grid image，</a:t>
            </a:r>
            <a:r>
              <a:t>判断当前 </a:t>
            </a:r>
            <a:r>
              <a:t>image </a:t>
            </a:r>
            <a:r>
              <a:t>有没有 </a:t>
            </a:r>
            <a:r>
              <a:t>semantic error，</a:t>
            </a:r>
            <a:r>
              <a:t>错误在哪些 </a:t>
            </a:r>
            <a:r>
              <a:t>grid cells，</a:t>
            </a:r>
            <a:r>
              <a:t>以及应该怎么修正。这个才是训练 </a:t>
            </a:r>
            <a:r>
              <a:t>student semantic localizer </a:t>
            </a:r>
            <a:r>
              <a:t>的核心 </a:t>
            </a:r>
            <a:r>
              <a:t>supervision signal。</a:t>
            </a:r>
          </a:p>
          <a:p xmlns:a="http://schemas.openxmlformats.org/drawingml/2006/main">
            <a:r>
              <a:t>v0 localizer: 0.20 holdout hit_any rate </a:t>
            </a:r>
            <a:r>
              <a:t>的意思是：</a:t>
            </a:r>
          </a:p>
          <a:p xmlns:a="http://schemas.openxmlformats.org/drawingml/2006/main">
            <a:r>
              <a:t>我们训练出的第一个 </a:t>
            </a:r>
            <a:r>
              <a:t>student localizer v0，</a:t>
            </a:r>
            <a:r>
              <a:t>在没有见过的 </a:t>
            </a:r>
            <a:r>
              <a:t>holdout samples </a:t>
            </a:r>
            <a:r>
              <a:t>上，大概 20% 的 </a:t>
            </a:r>
            <a:r>
              <a:t>cases </a:t>
            </a:r>
            <a:r>
              <a:t>能至少命中一个 </a:t>
            </a:r>
            <a:r>
              <a:t>teacher </a:t>
            </a:r>
            <a:r>
              <a:t>标注的 </a:t>
            </a:r>
            <a:r>
              <a:t>error cell。</a:t>
            </a:r>
            <a:r>
              <a:t>也就是说，只要 </a:t>
            </a:r>
            <a:r>
              <a:t>student </a:t>
            </a:r>
            <a:r>
              <a:t>预测的 </a:t>
            </a:r>
            <a:r>
              <a:t>grid cell </a:t>
            </a:r>
            <a:r>
              <a:t>和 </a:t>
            </a:r>
            <a:r>
              <a:t>teacher label </a:t>
            </a:r>
            <a:r>
              <a:t>有任意 </a:t>
            </a:r>
            <a:r>
              <a:t>overlap，</a:t>
            </a:r>
            <a:r>
              <a:t>就算 </a:t>
            </a:r>
            <a:r>
              <a:t>hit_any = true。</a:t>
            </a:r>
          </a:p>
          <a:p xmlns:a="http://schemas.openxmlformats.org/drawingml/2006/main">
            <a:r>
              <a:t>这个结果说明 </a:t>
            </a:r>
            <a:r>
              <a:t>v0 </a:t>
            </a:r>
            <a:r>
              <a:t>还比较 </a:t>
            </a:r>
            <a:r>
              <a:t>weak，</a:t>
            </a:r>
            <a:r>
              <a:t>但它是一个 </a:t>
            </a:r>
            <a:r>
              <a:t>valid baseline。</a:t>
            </a:r>
            <a:r>
              <a:t>它证明了 </a:t>
            </a:r>
            <a:r>
              <a:t>Stage-2 </a:t>
            </a:r>
            <a:r>
              <a:t>的完整流程已经跑通：</a:t>
            </a:r>
          </a:p>
          <a:p xmlns:a="http://schemas.openxmlformats.org/drawingml/2006/main">
            <a:r>
              <a:t>train student localizer -&gt; plug into ASCR loop -&gt; generate before/after images -&gt; judge with Qwen3.7</a:t>
            </a:r>
          </a:p>
          <a:p xmlns:a="http://schemas.openxmlformats.org/drawingml/2006/main">
            <a:r>
              <a:t>Image judge: +0.012 in-domain mean delta </a:t>
            </a:r>
            <a:r>
              <a:t>是 </a:t>
            </a:r>
            <a:r>
              <a:t>Qwen3.7-plus </a:t>
            </a:r>
            <a:r>
              <a:t>对 </a:t>
            </a:r>
            <a:r>
              <a:t>before/after images </a:t>
            </a:r>
            <a:r>
              <a:t>的质量评估结果。</a:t>
            </a:r>
          </a:p>
          <a:p xmlns:a="http://schemas.openxmlformats.org/drawingml/2006/main">
            <a:r>
              <a:t>mean delta </a:t>
            </a:r>
            <a:r>
              <a:t>定义为：</a:t>
            </a:r>
          </a:p>
          <a:p xmlns:a="http://schemas.openxmlformats.org/drawingml/2006/main">
            <a:r>
              <a:t>after_score - before_score</a:t>
            </a:r>
          </a:p>
          <a:p xmlns:a="http://schemas.openxmlformats.org/drawingml/2006/main">
            <a:r>
              <a:t>所以 +0.012 表示在 </a:t>
            </a:r>
            <a:r>
              <a:t>in-domain benchmark </a:t>
            </a:r>
            <a:r>
              <a:t>上，</a:t>
            </a:r>
            <a:r>
              <a:t>after image </a:t>
            </a:r>
            <a:r>
              <a:t>平均只比 </a:t>
            </a:r>
            <a:r>
              <a:t>before image </a:t>
            </a:r>
            <a:r>
              <a:t>高 0.012 分。这个提升非常小，不能说明 </a:t>
            </a:r>
            <a:r>
              <a:t>current student </a:t>
            </a:r>
            <a:r>
              <a:t>已经有明显效果；更准确地说，它说明目前没有明显 </a:t>
            </a:r>
            <a:r>
              <a:t>regression，</a:t>
            </a:r>
            <a:r>
              <a:t>并且 </a:t>
            </a:r>
            <a:r>
              <a:t>scientific measurement loop </a:t>
            </a:r>
            <a:r>
              <a:t>已经建立起来。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14. v1 plan</a:t>
            </a:r>
          </a:p>
          <a:p xmlns:a="http://schemas.openxmlformats.org/drawingml/2006/main"/>
          <a:p xmlns:a="http://schemas.openxmlformats.org/drawingml/2006/main">
            <a:r>
              <a:t>v1 的核心是增加 supervision。我们会让 Qwen3.7 teacher 对 v0 benchmark 产生的 before/after grid images 再做 localization，然后合并 hard64、in-domain、Geneval labels，训练 grid-localizer-v1。v1 还是 lightweight，但比 v0 有更多 image statistics 和 domain features。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9. Formal Stage 2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这里要明确纠正：之前的 external localizer 只是 scaffold。正式 Stage 2 是让 Lumina-DiMOO 自己读取 image 和 prompt，输出 SemanticEvaluation 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10. Target ASCR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目标流程是 Lumina generate，然后 Lumina-native evaluator 输出 JSON，selector 把 cells 映射成 token mask，最后 Lumina reopen。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11. Implemented now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这次代码层面加的是 feasibility gate 和数据准备，不是假装已经完成 LoRA。服务器要先证明 Lumina 有 image-conditioned text output hook。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12. Server AI next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服务器 AI 的任务是先跑 audit，再准备十条 SFT smoke 数据，然后把结果写回 AI_COLLAB_LOG。如果没有 native hook，就停下来报告 blocker。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13. Benchmark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 benchmark 只比较 before 和 after：before 是 Lumina direct generation；after 是 Lumina-native evaluator 加 selector 加 ASCR loop。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fe84e560148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d08244a8d34ed2" /><Relationship Type="http://schemas.openxmlformats.org/officeDocument/2006/relationships/slideLayout" Target="/ppt/slideLayouts/slideLayout1.xml" Id="Re9614404db8c400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614404db8c40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75ba0a41b4292" /><Relationship Type="http://schemas.openxmlformats.org/officeDocument/2006/relationships/notesSlide" Target="/ppt/notesSlides/notesSlide1.xml" Id="R61963aadf73445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d17b7bdfd4837" /><Relationship Type="http://schemas.openxmlformats.org/officeDocument/2006/relationships/notesSlide" Target="/ppt/notesSlides/notesSlide2.xml" Id="Raa82b7e8638e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7936c98f34e44" /><Relationship Type="http://schemas.openxmlformats.org/officeDocument/2006/relationships/notesSlide" Target="/ppt/notesSlides/notesSlide3.xml" Id="R04b194dc7ab445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84a8d7ee9418e" /><Relationship Type="http://schemas.openxmlformats.org/officeDocument/2006/relationships/notesSlide" Target="/ppt/notesSlides/notesSlide4.xml" Id="Rf4cb844616cd47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7c2360ab74942" /><Relationship Type="http://schemas.openxmlformats.org/officeDocument/2006/relationships/notesSlide" Target="/ppt/notesSlides/notesSlide5.xml" Id="R13d04d1490e249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4fcf844f94fff" /><Relationship Type="http://schemas.openxmlformats.org/officeDocument/2006/relationships/notesSlide" Target="/ppt/notesSlides/notesSlide6.xml" Id="Rf79c9644e7c1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8884129094fc5" /><Relationship Type="http://schemas.openxmlformats.org/officeDocument/2006/relationships/notesSlide" Target="/ppt/notesSlides/notesSlide7.xml" Id="Raddabdee792a41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5a182c2f74484" /><Relationship Type="http://schemas.openxmlformats.org/officeDocument/2006/relationships/notesSlide" Target="/ppt/notesSlides/notesSlide8.xml" Id="R52ca38c965b143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b3b0595b5486b" /><Relationship Type="http://schemas.openxmlformats.org/officeDocument/2006/relationships/notesSlide" Target="/ppt/notesSlides/notesSlide9.xml" Id="Rfe67b319792343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bff6707c24ed6" /><Relationship Type="http://schemas.openxmlformats.org/officeDocument/2006/relationships/notesSlide" Target="/ppt/notesSlides/notesSlide10.xml" Id="R4ffd610ea88b4d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a8cd294624d9e" /><Relationship Type="http://schemas.openxmlformats.org/officeDocument/2006/relationships/notesSlide" Target="/ppt/notesSlides/notesSlide11.xml" Id="Re6f38b25c89c4d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794e500274b4b" /><Relationship Type="http://schemas.openxmlformats.org/officeDocument/2006/relationships/notesSlide" Target="/ppt/notesSlides/notesSlide12.xml" Id="Rcab7731979d54a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4b081577242d5" /><Relationship Type="http://schemas.openxmlformats.org/officeDocument/2006/relationships/notesSlide" Target="/ppt/notesSlides/notesSlide13.xml" Id="R0d2a4e2b908148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7C473BA-9ACF-4C6A-A0C8-49D3F82C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2F19F6-B399-499C-9D3C-E495450B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4CEF2E6-215B-4652-BCED-48890B0D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ASCR core loop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1D283E1-9DAD-4C96-9BB4-10C3A381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Alternating native confidence refinement with semantic reopening.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FE470944-0697-4A13-BF1E-76607A8F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333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6CD9E6E-2F50-46B4-8692-CFC0F6B4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576B52C-1EF7-49A4-BADF-4E60B9CB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text condition</a:t>
            </a:r>
          </a:p>
        </p:txBody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16130275-A1AB-44BF-B7D9-B827E3E1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4DC66162-07D6-4947-B472-D068083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14625"/>
            <a:ext cx="1619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B164B5E-6141-4884-AD71-34D99EEF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670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Generator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59BAAE5-1FCC-4943-B036-79692B95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90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decode tokens</a:t>
            </a: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B48CCE22-5A51-45F6-B37A-ACF99BC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03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FD6E0F17-F011-47F7-8F7C-45A73EF3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14625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C64202-4E7E-4FFD-818A-E0209E29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Semantic block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70549A5-64E2-4FE7-BEEE-4E3F3328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908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localize errors</a:t>
            </a:r>
          </a:p>
        </p:txBody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085FD226-0E97-43C1-873C-46C6B9B4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B2F48D4C-3B12-4639-BF63-D0AAABA1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14625"/>
            <a:ext cx="1619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EBFEA5-B459-4998-B0AB-B3886346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670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Selector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EBA2311-58C7-40E5-8684-2FF5CE6D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90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cells -&gt; reopen mask</a:t>
            </a:r>
          </a:p>
        </p:txBody>
      </p:sp>
      <p:sp>
        <p:nvSpPr>
          <p:cNvPr id="21" name="右箭头 20">
            <a:extLst xmlns:a="http://schemas.openxmlformats.org/drawingml/2006/main">
              <a:ext uri="{FF2B5EF4-FFF2-40B4-BE49-F238E27FC236}">
                <a16:creationId xmlns:a16="http://schemas.microsoft.com/office/drawing/2014/main" id="{2E74D928-EA2E-4644-B194-67E613CE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F610A7D0-C609-497F-8BCD-F7D5E2C5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14625"/>
            <a:ext cx="1619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1FC834B-7C86-46CF-B207-19F4B985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670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Reopen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A66130A-640C-45EB-B481-B93346B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90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continue generation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C0746C47-E47F-4852-B4C0-9EB443C5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72000"/>
            <a:ext cx="571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769EB07-67F5-4788-9B2C-A5159F97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9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Stop conditions: no semantic error / no actionable region / max_iterations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3FDB52B-DF2E-4FC4-B230-DAD0B1C4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0FF8521-6094-462E-A94F-86537F4F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8010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C31C92-A169-4575-926C-3897EAF5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0CDBCEE-A03F-44CC-8163-6B3955D8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AB9B833-EC62-45C4-A0AC-4552793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Stage-1 position: ASCR already helps without training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DB9E48DE-CD6B-4FBC-939C-F8DDC703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9530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406F4DD-B56B-4A5F-B3C1-1646894A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Clean score summary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9CCC226-5C96-47A1-B5F1-574A35C2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Lumina baseline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86291217-A69D-49AE-A2AA-7C62CF6D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26670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9E82240-A23B-498D-9085-FEE1E30D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220827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9F56226-F978-42C5-91CF-416568A8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90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82.8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E0CABBF-2A7E-4E11-9EAC-683378DB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Lumina + ASCR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AD589BC5-9F53-41D8-876E-B3A19B3F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6670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219FCBE-3D3F-456D-BFEA-95F2540C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25094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5C24132-C26A-447C-93C4-98E879D8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86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84.4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F9E4E7A-1676-4539-AA51-0B13C653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Show-o baseline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29569D47-83EC-4ABF-B5F3-32EE62F7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26670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5BC1736-DEBB-4EF0-B4D3-F7E0093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195757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5119ED8-E418-44E6-8EAD-C365109E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814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73.4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5C8B05-78D5-43F1-A9A2-41C62D97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Show-o + ASCR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A60A44B9-1F47-412A-8974-0E05AE69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26670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D34B661-43A8-4260-9E05-E10C7712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208292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B6700A3-1244-4475-9293-40A7980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76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78.1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A5B4AC29-2A88-4403-A60D-1FCEDDCB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40005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09B790F7-1C26-4075-8B88-477E75B0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298F274-BDD5-4C6C-B23E-D0234F95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775C8A7-5E8C-4902-BEB8-28BB7335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765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Lumina ASCR effect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8BD86B2-953B-4A04-A543-887D8D50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337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+1.6pp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7B214FD-0B27-49F8-8F42-67C15D9D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82.8% → 84.4%</a:t>
            </a: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1CCBE35F-D1AD-451E-8223-3C8E8420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883670E-4894-488B-8C65-3554988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3AF5CE2-CC70-4054-A123-B3BE9066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Show-o ASCR effect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8A1FDDC-191E-4598-A75E-45BAC50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672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+4.7pp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F03A65A-A8E3-444B-81F4-AE67A8A3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149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73.4% → 78.1%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AB1395E-2AF7-4032-8871-A1FAAEA1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Source: README empirical summary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A670C967-3FAA-4FD2-BDF9-0092F31F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2502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34CFAE-072C-4556-B649-439BDA45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弧形 2">
            <a:extLst xmlns:a="http://schemas.openxmlformats.org/drawingml/2006/main">
              <a:ext uri="{FF2B5EF4-FFF2-40B4-BE49-F238E27FC236}">
                <a16:creationId xmlns:a16="http://schemas.microsoft.com/office/drawing/2014/main" id="{1DDAF7D6-7E3D-41B3-966E-24076FBB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57250"/>
            <a:ext cx="4000500" cy="4000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91B2"/>
            </a:solidFill>
            <a:prstDash val="solid"/>
          </a:ln>
        </p:spPr>
      </p:sp>
      <p:sp>
        <p:nvSpPr>
          <p:cNvPr id="4" name="弧形 3">
            <a:extLst xmlns:a="http://schemas.openxmlformats.org/drawingml/2006/main">
              <a:ext uri="{FF2B5EF4-FFF2-40B4-BE49-F238E27FC236}">
                <a16:creationId xmlns:a16="http://schemas.microsoft.com/office/drawing/2014/main" id="{66605D58-EF10-43CD-9670-24A3919B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2857500" cy="2857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A2BFB6-4505-4BC5-8D42-92688D1F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088D29E-2D90-488A-8B69-E731011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Stage-2 Progress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649A79C-B406-40C8-8536-200E4AC2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From selective semantic reopening to Lumina-native semantic evaluation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FF4FC12A-622B-4A05-84B0-0729DAB6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190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F6C9EB2-FFB6-4CFB-979D-089DCB75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Stage 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6BCB909-EA89-4620-8ADA-1CC342D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zero-training ASCR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B8D06F21-9EB8-47F1-93E6-E204E694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39542A0E-19E0-470E-A304-421F14B9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190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62FE822-95B6-469D-83ED-C4CD206D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Teacher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0F76E24-172D-478E-8E81-C9DD9F25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957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Qwen3.7 localization</a:t>
            </a: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B478524E-024F-4FEC-9E9D-D12724ED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8620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581E96B8-E31C-4E85-AE78-E7A10413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19500"/>
            <a:ext cx="2952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1DBCBEA-48AA-4558-84F8-C0B2B11A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719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Stage 2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6BF26A4-1EEF-40FE-AC88-19770EA1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Lumina-native evaluator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CB241D7-1331-41EB-900A-13835105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Project: Alternating Semantic-Confidence Revision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48F8464-2C8F-49B0-9A1B-C97DF756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5341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1AFB2EA-BDA6-4FC7-8FA5-79C90915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94A5EC6-1A6C-428B-8524-588A815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8294AB-26C6-41B1-89F9-067A0E45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Before/after benchmark design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A968CC-41B1-4B21-8CDF-EA295BFD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before distill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74E9995-D6ED-4627-AD08-5F3D7C11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42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F668A0-1A8D-4ABD-9F0E-33818F57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9043F0C-0EF6-411A-BB57-8E500085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6CF82277-A8B6-4522-9B77-297DE2D7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BE586BE3-0519-49B3-B131-6A0FEF84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180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5DDE100-92C7-4169-9051-C8B4BDF3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33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generator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709839D-EE34-43CB-86D7-22ED5B2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57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initial image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FB9B4BF-EDE5-49AC-A7B4-0BC6835C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after distill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2E08C14F-5DFD-4280-8F43-5BB26F36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1143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59E875E-1C61-4701-9523-01C2AA93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9CB23EA-2E7F-4EB7-8832-135E897E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8160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右箭头 17">
            <a:extLst xmlns:a="http://schemas.openxmlformats.org/drawingml/2006/main">
              <a:ext uri="{FF2B5EF4-FFF2-40B4-BE49-F238E27FC236}">
                <a16:creationId xmlns:a16="http://schemas.microsoft.com/office/drawing/2014/main" id="{C364152E-0A6D-45CC-8524-752C124A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1015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8434CF83-13F8-4E30-A96F-8E4A0DD8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142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B5CD12A-B641-4CC8-A700-CC1A74A9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577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generator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130AF76-01AC-4E02-A2B1-0DDF5FB0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816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same base model</a:t>
            </a:r>
          </a:p>
        </p:txBody>
      </p:sp>
      <p:sp>
        <p:nvSpPr>
          <p:cNvPr id="22" name="右箭头 21">
            <a:extLst xmlns:a="http://schemas.openxmlformats.org/drawingml/2006/main">
              <a:ext uri="{FF2B5EF4-FFF2-40B4-BE49-F238E27FC236}">
                <a16:creationId xmlns:a16="http://schemas.microsoft.com/office/drawing/2014/main" id="{813ABAD0-D435-447F-BA9B-6D882F4B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1015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FCA0F634-F74D-4FDF-B5BD-43F8FBB6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180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C1190F5-D405-4285-8534-A373C3A1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577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student localizer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B1D86C8-105B-4B9D-840F-02387A7D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816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learned evaluator</a:t>
            </a:r>
          </a:p>
        </p:txBody>
      </p:sp>
      <p:sp>
        <p:nvSpPr>
          <p:cNvPr id="26" name="右箭头 25">
            <a:extLst xmlns:a="http://schemas.openxmlformats.org/drawingml/2006/main">
              <a:ext uri="{FF2B5EF4-FFF2-40B4-BE49-F238E27FC236}">
                <a16:creationId xmlns:a16="http://schemas.microsoft.com/office/drawing/2014/main" id="{8150B268-32C3-4374-92E7-C20FD6BC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1015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8021073-29CA-46BE-A6CB-E8D2A80B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05350"/>
            <a:ext cx="1333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625A0AB-CA9A-45E1-BE32-8176D4AB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selector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1C15743-568A-4D43-9804-E7EB3139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816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cells → mask</a:t>
            </a:r>
          </a:p>
        </p:txBody>
      </p:sp>
      <p:sp>
        <p:nvSpPr>
          <p:cNvPr id="30" name="右箭头 29">
            <a:extLst xmlns:a="http://schemas.openxmlformats.org/drawingml/2006/main">
              <a:ext uri="{FF2B5EF4-FFF2-40B4-BE49-F238E27FC236}">
                <a16:creationId xmlns:a16="http://schemas.microsoft.com/office/drawing/2014/main" id="{1F7A0DD2-7696-4026-A983-C0414DCE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1015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276CA0E4-F97E-451A-9FA8-FF497497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05350"/>
            <a:ext cx="1619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F7DDC1E-274B-4807-9C6A-6336A67D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8577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ASCR loop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2006619-B004-4585-B832-59ADE3E5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816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0..max_iterations</a:t>
            </a: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AFB8A5D8-2D3C-480C-970D-E192DAC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CEA1C86-A270-4CC5-91E1-EE7F1CBA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Qwen3.7 judge compares initial image vs raw final ASCR candidate.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FEC25A3-109E-4587-99C5-47893B42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CECB5F0-B592-426C-B609-FEEBF775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0326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A4CEFA7-5A6C-4516-8263-B1A01A08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1244A4-4AB7-4E69-AFC7-AB45060A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4C0D34-1C47-48C9-9A31-7CA5772C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What exactly gets distilled?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BA5C70D2-9119-4E67-9733-9CFFDDBE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43338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F712F5-DA77-464C-97A9-579C11C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semantic localizer / evaluator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02A4E47-8A30-451D-A018-D3949225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Input: prompt + current grid image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Output: has_error + grid cells + correction instruction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DA4F314-A228-4050-B3E9-60AB5B0B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This is the distillation target.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018E0AF4-E571-4F40-9F27-8B20B63B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43338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2A8250C-AFCD-4FFD-843F-00589ABB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193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GridSemanticReopeningSelector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7F7628F-64B9-4FD5-A758-84639037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33750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Input: selected grid cells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Output: token reopen mask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E9BA9EB-CCF8-458A-BB05-761989E6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This stays fixed for now.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C72079C-B691-4191-9DA8-A101B97D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CDDE5C9-8CF3-4DFD-B21D-7E66ECC7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7557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6AD999D-4C3C-4EC9-85EE-3775D039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3E15056-00BD-4B69-BE41-627EEA90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22B7D94-7D70-42EB-ADDE-4EB3490D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External scaffold v0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12AFAD4-9D13-4C2D-A463-13B38E81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First end-to-end scaffold baseline: useful, but not the formal student.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15CBC46-0EC8-457B-95B0-10E914F4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619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2D15BA3-49D7-48D9-84DD-60843A02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1ADD179-9759-491E-A675-7305220B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hashed text features</a:t>
            </a:r>
          </a:p>
        </p:txBody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CDFCEAA0-2BFE-4B5A-A018-7982121C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90900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B2EAE8D-3B7F-425D-A428-1A921304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86100"/>
            <a:ext cx="171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37749D-872C-46D3-80BC-84C215A5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grid image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1C4DA75-C9A8-405E-A85B-EE3D6BA4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623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RGB cell features</a:t>
            </a: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E424B905-55A2-42DD-A1F7-593F827B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90900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3F625629-2A59-44C2-ABAA-3BAE7F94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2636737-38D5-483A-BEB8-0DFF155E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v0 scaffold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AC2A475-5957-4209-8C68-EBEAC31D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centroid-style scoring</a:t>
            </a:r>
          </a:p>
        </p:txBody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7BF07E54-07B9-4652-BCD7-E6E99AFF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BE937977-D593-4242-A236-889010DA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86100"/>
            <a:ext cx="2190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5AD2FAF-613D-4222-98A8-8AB594F4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385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SemanticEvaluation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50E920A-1215-40CB-BED8-FB7D17A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5623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has_error + cells</a:t>
            </a:r>
          </a:p>
        </p:txBody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9BB36D14-22B3-42EF-AE2E-3CC58693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F8FB6AA-E6D5-4C31-990C-2887DEBC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v0 is not cell-prior: it reads prompt and grid image.</a:t>
            </a:r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1DF45D1D-3C21-4533-A457-4CD4C05A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F5D5F0F-1819-4192-830D-F971D8E4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Still shallow: no neural multimodal representation yet.</a:t>
            </a:r>
          </a:p>
        </p:txBody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C7BAF907-7C77-4664-84A7-6F51D44D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4A7021D-9B38-4071-A9BE-F3ABB071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245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Purpose: validate the measurement path, not claim final distillation.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BD0B2E1-AAC1-4F55-B296-25CA9F44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2032104-8B23-4182-AD7F-5D8748BA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886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1FE74D5-FA8F-4079-98FE-99E35FAC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EB7EBFC-95AC-4F4A-8F60-76380A05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E985BB-A9D6-4000-8A06-7315FD18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Executive summary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2E0C7C0-EBEF-42FA-9E9D-3EF67190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CD7B00D-FD38-4794-B570-D0705FE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3E224DF-32F9-4529-9A59-5EB101AC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Stage-1 Lumina ASCR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E80CAAB-F6BA-4508-8064-7D3A485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+1.6pp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C01578B-F1A4-41C9-8109-05534AFD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82.8% → 84.4% clean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BDF8910D-D2F3-4AAA-8EDE-9221ADD2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774593E-F3E7-4AE5-9A62-4C49C216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FF665B5-93B9-4364-9C87-6633810F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Teacher dataset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2B07017-5B5C-4AE2-B26A-19C9A00D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90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64 + 79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506104A-0EC2-401F-AF32-2D26C635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quality + localization labels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F528FFF9-9C68-4898-91B7-F49DC1C2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A6A98F-E340-494D-8E4D-58D1D72D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C89F830-E1CA-4881-9FA1-020B431D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scaffold v0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15B7D4-4567-4C97-A252-1CD2F97B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90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0.20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BC8F7F1-ECCE-4347-BA71-0708E7E0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holdout hit_any rate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A93E16A1-A718-48B6-B78A-D04B260E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302F817-AEBF-4EC0-8E0B-063191E1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C19498B-15E9-47DD-AFF9-ACA07F50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Image judge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94A9228-A683-438C-B002-EB85994A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90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+0.012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78C1BEE-16D7-402C-B822-B506D97B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in-domain mean delta</a:t>
            </a:r>
          </a:p>
        </p:txBody>
      </p:sp>
      <p:sp>
        <p:nvSpPr>
          <p:cNvPr id="26" name="椭圆 25">
            <a:extLst xmlns:a="http://schemas.openxmlformats.org/drawingml/2006/main">
              <a:ext uri="{FF2B5EF4-FFF2-40B4-BE49-F238E27FC236}">
                <a16:creationId xmlns:a16="http://schemas.microsoft.com/office/drawing/2014/main" id="{064FAD36-57C9-4A49-8D96-AA17ACA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08888E1-D841-405A-AF7B-C989EF80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End-to-end scaffold is running: train external localizer → generate before/after → judge with Qwen3.7.</a:t>
            </a:r>
          </a:p>
        </p:txBody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DA17179F-294D-45D9-8F84-59D51B55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60553FA-5F02-4066-9153-A58687B2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Current v0 is a weak scaffold baseline; it verifies the measurement loop only.</a:t>
            </a:r>
          </a:p>
        </p:txBody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D8E9B07B-0051-4323-A2FA-438F3ABF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2E2ED5A-EA1C-472F-A517-4E3E0E6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Next: pivot to Lumina-native evaluator distillation.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0CCF218-FE7D-4B54-B830-BDA9E11D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76C1C5E-8EFF-450D-9175-A177EEE0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2903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8E850FA-12BC-4ED0-A10C-CF745A02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91B1C0F-998B-4866-8C03-13170583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8A414A1-338D-47E4-B9B9-02B6949A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Historical scaffold v1: data/model upgrade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89C5FB-A82A-412C-B20E-63E5D478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Retained as scaffold/debugging, not the formal Stage-2 student.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A5C77941-F498-4E2F-B4C7-509FF5E7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80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5CD0941-ED1A-419D-9E61-B1A6FD32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v0 manifests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57746CB-0FA7-432A-8406-5263651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before/after grid images</a:t>
            </a:r>
          </a:p>
        </p:txBody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BF37960A-D0ED-4BB6-9A4D-19B123E7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337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A3A7F3F-13CC-46EB-9B30-4C872F9B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68FF57A-18BC-4C7C-871A-2F053F5D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Qwen3.7 teacher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DE44528-5799-459E-8F65-49C0D30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05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new localization labels</a:t>
            </a: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E93A7E67-0C6D-48C2-B337-7B5D5757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337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D1CF7DC-56F5-4619-8F13-8FAFEF7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2190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A0A8976-92C2-4495-8332-92D7219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merged dataset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E00EE8A-9441-4C02-B907-B8BBC96A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052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Hard64 + in-domain + Geneval</a:t>
            </a:r>
          </a:p>
        </p:txBody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33C12DAA-FF04-4B98-A34F-5DEFDB7C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495962A-6A41-44B5-8C60-52F03D58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095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EB226BA-0B71-4941-9EEE-C57F9AD6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scaffold-v1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AE1CCE2-6AEC-46FF-AAAC-72F04F0D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05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linear model + richer features</a:t>
            </a:r>
          </a:p>
        </p:txBody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E3D26230-6F2B-451F-A31E-43773BF0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31E510F-838D-4071-A3B9-9D49FF5E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815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Richer features: RGB mean/std, contrast, neighbor statistics, prompt hash, domain metadata.</a:t>
            </a:r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03A3C16A-8818-4C85-9739-48FFA85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6E740F7-AFE4-4C2D-AD70-15760A6A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625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Still lightweight and reproducible: JSON model, no neural checkpoint yet.</a:t>
            </a:r>
          </a:p>
        </p:txBody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774FA724-5962-449E-92D9-039D9E70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5E3A89F-DD1D-4B95-A3CF-FDF7A71B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435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Purpose: debug data flow before Lumina-native evaluator distillation.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8927EB9-0031-407C-9C3C-056E7313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DC470E87-AD04-40AF-8695-00B2156F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3748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0315E-C47E-4511-99ED-C0E1362E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4DBA0-46E4-435E-B166-875E06B3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3B94A-C264-4818-8F84-4201B976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23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Correction: formal Stage 2 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0AA7A-7A10-4CEA-9B7D-B533C143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The student should be Lumina-native, not an external shallow localizer.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A22F3-1093-48F2-BD58-456B7776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01147-7A77-4C7A-8631-880555C5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3A3C4-64EB-48EF-BBEC-CB74EE8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Old scaffold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9C37-A36C-4184-8570-DA7B604D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external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B74CD-7853-4811-96DD-9433D55F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RGB/prompt-hash localizer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C0238-472B-4BAB-99AC-ADD099CC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F0CCC-0A94-430A-B973-3C549DF4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5AF24-1EF6-42FD-AA2B-32C5340B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Formal student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9DAD6-EA0C-4133-87C7-A1DAB36F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native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3723C-C359-4E9D-BFCA-8B7BF0C9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Lumina reads image +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B2BC4-7B66-4BA3-A9F2-F9FE1CDB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77E3C-C970-4AFB-93F2-D1C3F134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A5E10-7786-4FCA-A90E-036C6FE6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Selector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743DF-35F6-454F-BD5E-B57772F4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fixed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E4CFE-1A49-434B-8EE5-5037DAE5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cells -&gt; reopen mask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C46B7-9581-41F8-8C93-4845E6F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3C029-3D37-4F86-9D80-B9D616CC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Keep grid-localizer-v0/v1 as historical scaffold baselines only.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038E5-2D6C-470F-80EE-A9C03B30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BA3F0-4BE6-4D67-BB1A-7E7F5E49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Distill Qwen3.7-style SemanticEvaluation JSON into Lumina-DiMOO itself.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ACCC5-AD6B-42FA-8817-7E8249A4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C7136-C912-4B41-AA81-048A4511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Do not benchmark external scaffold as the formal after-distill model.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555B5-E32E-44CB-9D6D-101014F5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B841BE-5F85-4D3D-8682-E8874753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1761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82E505-BA56-4118-A686-6F53BDB6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60A2A-7B62-4DFB-B3EB-18D0981E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B8E3C-56A1-41D7-9417-8FE5A94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23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Target ASCR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E57A2-12C2-4507-B573-138B6238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A single Lumina path generates, evaluates, and reopens.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44223-46A9-42C7-BCC3-658D1054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295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06745-B307-4087-B31A-CECA456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A7E5C-0C9F-47DF-9DA7-13FBE051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text 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059F6-186B-4470-831F-67656593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76575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76B0D-5137-4C4B-B915-9328D698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1866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F70DD-831A-4266-AE07-14D3CC6A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337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Lumina generate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422D2-DAF1-44C9-B70A-216570F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575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initial image/tokens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D59CB-DDC8-451E-83E2-5B982B1E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76575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5757B-3434-4C75-8BB3-11C1A1A5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2133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01A30-CA91-421B-AE63-CD18787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337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Lumina 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9DB7D-BD02-4099-9F5C-C2E076AE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575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JSON: has_error + cells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C0D96-4309-41D0-89EB-78E00E25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76575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A1B56-C924-4CD0-A4FF-210BABBB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1581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1B836-98B5-4BB1-A693-FAAD85E4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Selector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712D5-E301-4927-8CA2-76A2467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cells -&gt; token mask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010A2-686A-453E-AD10-96A7EE6B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76575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1CC7F-3DA3-40F6-BCA6-9FB1DE5F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8130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509AA-A42D-4228-A063-865B02AB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337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Reopen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E8121-4B7E-4586-9CD6-7757A1B9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575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continue Lumina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350C5-1805-44D6-B78E-B9676ED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590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7057BD-1081-4AEB-AB86-B19CDBC3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Stop: no error / malformed JSON abstention / no actionable cells / max_iterations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B7C038-019E-4E72-B3DF-99184ADA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9801C-F4C5-4E59-ACF7-5E9B941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9872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4C0CFB-9D01-467C-84B4-4911DDE3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8C05E-5077-4022-9D29-52ECACD0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85AAE-B1BC-4016-9F3D-3CB6FEF3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23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What has been implemented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FC809-2E56-4853-A059-0CB927A1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The repo is ready for a feasibility gate, not fake LoRA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36C99-7560-4213-812C-E70C9DE3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496A9-F9AA-45DD-A0A6-657CC61C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860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Added lumina_native_evaluator backend: parse JSON if a native answer hook exists; otherwise abstain safely.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3C2B4-7884-4985-852A-80C66CE6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3A679-2BFE-4FA0-B9A0-078C2DBF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Added lumina_native_audit CLI to check whether Lumina exposes image-conditioned text/MMU answering.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1D5B9-FB8B-4AE5-B135-123E8AE4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540F1-DC20-48CD-8977-F9EC7DF8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Added SFT data preparation from Qwen3.7 teacher labels for future Lumina LoRA/SFT.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B1D06-A07F-4123-A1C8-0D77506C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71685-2A28-4F89-8D0A-8FE49390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Updated docs/handoff so server AI stops if the native hook is missing.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B8C45-D61C-41E0-AAFA-1194C993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D6DC5-38AF-4B30-B043-2760303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No formal Stage-2 benchmark should run until the audit confirms a native evaluator hook.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433E3-6F86-47E7-97B6-022BF85D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3A809-9783-4224-A192-CA704C7F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318608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651B1-3B75-456C-A90D-D4A01ED1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880AD-E0AC-4CAF-9843-6A3D0796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DA1D9-9F69-4F78-89A3-18391A5E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23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Server AI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4F6D8-5E80-4273-8884-8699A2B5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Run the gate, prepare SFT smoke data, then report the blocker or proceed.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97CB4-03EC-4CCB-8866-31526EE9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14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9E9E6-5104-4D3C-ACF2-0494C42F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38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1. Pull latest main and activate .venv-lumina.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C419E-66EF-45AB-BCFC-B77D3F8B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0A7D5-BAF9-4AD4-BBC3-5BFD00BE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527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2. Run scripts/training/run_lumina_native_audit.sh.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129B3-C022-413A-8B0A-04AA88A6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BD63D-DB3D-49E1-92C5-4C49023A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670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3. Run scripts/training/prepare_lumina_native_sft.sh with LIMIT=10.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DA5F3-C946-4793-966B-C09BF99C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64209-A5E5-4202-8ACD-009BB8B3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814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4. Append audit JSON and SFT manifest summary to AI_COLLAB_LOG.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74705-AA36-4468-B6A5-59BE236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6DBFC-B720-473E-97F6-E2423CDE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957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5. If no native answer hook exists, stop before formal Stage-2 benchmarks.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2C20E-03E6-4935-99E1-CE6AA14D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57403-8CEA-4F57-AAD4-2440D18A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552619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D3D3ED-BCD4-4306-9803-4722863C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6D461-E9D0-4C16-8D25-DAFC206E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D1C59-0A5A-4C0F-A6D7-5E9DC635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23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Benchmark policy after the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EA0FE-8B12-44E3-ACC4-E5781577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Only compare direct Lumina vs Lumina-native ASCR.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FF5F7-A4C7-4929-97D1-6B6C208C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4191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02134-394C-4A63-8EFD-6D9C9F6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24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C3211-0089-472E-8FD7-B490D304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09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Lumina direct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5D72A-6D1F-4E57-BE0D-66522E50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4191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0AD80-75EA-4586-B805-AA15AD56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5B108-9D29-4ED2-AF23-925E8128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Lumina-native evaluator + selector + ASCR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B3C1E-7AEA-4832-B13C-D099ABF3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External grid-localizer scaffold is not a formal benchmark arm.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5A824-5E89-472B-8AB5-E5FDFCE4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3A7B1-FBBF-42BD-8C17-19E26670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98090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2026-06-18T11:12:01.9120000Z</dcterms:created>
  <dcterms:modified xsi:type="dcterms:W3CDTF">2026-06-18T11:12:01.9120000Z</dcterms:modified>
</coreProperties>
</file>