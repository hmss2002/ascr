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ca2597053b4c1e" /><Relationship Type="http://schemas.openxmlformats.org/officeDocument/2006/relationships/extended-properties" Target="/docProps/app.xml" Id="Rcdb0c85af553482b" /><Relationship Type="http://schemas.openxmlformats.org/officeDocument/2006/relationships/officeDocument" Target="/ppt/presentation.xml" Id="R2bd6c5c1832245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8fc12de8ba43e8"/>
  </p:sldMasterIdLst>
  <p:notesMasterIdLst>
    <p:notesMasterId xmlns:r="http://schemas.openxmlformats.org/officeDocument/2006/relationships" r:id="Rd9f4aa8c83b841e9"/>
  </p:notesMasterIdLst>
  <p:sldIdLst>
    <p:sldId xmlns:r="http://schemas.openxmlformats.org/officeDocument/2006/relationships" id="256" r:id="Rcf8728f4183b414a"/>
    <p:sldId xmlns:r="http://schemas.openxmlformats.org/officeDocument/2006/relationships" id="257" r:id="R5e5484de32bf4f69"/>
    <p:sldId xmlns:r="http://schemas.openxmlformats.org/officeDocument/2006/relationships" id="258" r:id="R5bc830209b814e05"/>
    <p:sldId xmlns:r="http://schemas.openxmlformats.org/officeDocument/2006/relationships" id="259" r:id="Ree52a664d6ff45ad"/>
    <p:sldId xmlns:r="http://schemas.openxmlformats.org/officeDocument/2006/relationships" id="260" r:id="Rc9e48ab71b424dec"/>
    <p:sldId xmlns:r="http://schemas.openxmlformats.org/officeDocument/2006/relationships" id="261" r:id="Re5aa0dc4f1ec40c6"/>
    <p:sldId xmlns:r="http://schemas.openxmlformats.org/officeDocument/2006/relationships" id="262" r:id="R31b183f15f454f79"/>
    <p:sldId xmlns:r="http://schemas.openxmlformats.org/officeDocument/2006/relationships" id="263" r:id="Rafe253ad29304392"/>
    <p:sldId xmlns:r="http://schemas.openxmlformats.org/officeDocument/2006/relationships" id="264" r:id="R816df0e3de874343"/>
    <p:sldId xmlns:r="http://schemas.openxmlformats.org/officeDocument/2006/relationships" id="265" r:id="R8a5b625c27c54eb5"/>
    <p:sldId xmlns:r="http://schemas.openxmlformats.org/officeDocument/2006/relationships" id="266" r:id="Rd163656fdb6b4432"/>
    <p:sldId xmlns:r="http://schemas.openxmlformats.org/officeDocument/2006/relationships" id="267" r:id="R5cb2327f1d764e9e"/>
    <p:sldId xmlns:r="http://schemas.openxmlformats.org/officeDocument/2006/relationships" id="268" r:id="Rfdbacc3662a74bcf"/>
    <p:sldId xmlns:r="http://schemas.openxmlformats.org/officeDocument/2006/relationships" id="269" r:id="R3841ba0c42fe448e"/>
    <p:sldId xmlns:r="http://schemas.openxmlformats.org/officeDocument/2006/relationships" id="270" r:id="R066c97578ca6497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056d5db1d140d7" /><Relationship Type="http://schemas.openxmlformats.org/officeDocument/2006/relationships/slideMaster" Target="/ppt/slideMasters/slideMaster1.xml" Id="R348fc12de8ba43e8" /><Relationship Type="http://schemas.openxmlformats.org/officeDocument/2006/relationships/notesMaster" Target="/ppt/notesMasters/notesMaster1.xml" Id="Rd9f4aa8c83b841e9" /><Relationship Type="http://schemas.openxmlformats.org/officeDocument/2006/relationships/presProps" Target="/ppt/presProps.xml" Id="R4bfa56d85e21482b" /><Relationship Type="http://schemas.openxmlformats.org/officeDocument/2006/relationships/tableStyles" Target="/ppt/tableStyles.xml" Id="Rfa565fc1f3624082" /><Relationship Type="http://schemas.openxmlformats.org/officeDocument/2006/relationships/slide" Target="/ppt/slides/slide1.xml" Id="Rcf8728f4183b414a" /><Relationship Type="http://schemas.openxmlformats.org/officeDocument/2006/relationships/slide" Target="/ppt/slides/slide2.xml" Id="R5e5484de32bf4f69" /><Relationship Type="http://schemas.openxmlformats.org/officeDocument/2006/relationships/slide" Target="/ppt/slides/slide3.xml" Id="R5bc830209b814e05" /><Relationship Type="http://schemas.openxmlformats.org/officeDocument/2006/relationships/slide" Target="/ppt/slides/slide4.xml" Id="Ree52a664d6ff45ad" /><Relationship Type="http://schemas.openxmlformats.org/officeDocument/2006/relationships/slide" Target="/ppt/slides/slide5.xml" Id="Rc9e48ab71b424dec" /><Relationship Type="http://schemas.openxmlformats.org/officeDocument/2006/relationships/slide" Target="/ppt/slides/slide6.xml" Id="Re5aa0dc4f1ec40c6" /><Relationship Type="http://schemas.openxmlformats.org/officeDocument/2006/relationships/slide" Target="/ppt/slides/slide7.xml" Id="R31b183f15f454f79" /><Relationship Type="http://schemas.openxmlformats.org/officeDocument/2006/relationships/slide" Target="/ppt/slides/slide8.xml" Id="Rafe253ad29304392" /><Relationship Type="http://schemas.openxmlformats.org/officeDocument/2006/relationships/slide" Target="/ppt/slides/slide9.xml" Id="R816df0e3de874343" /><Relationship Type="http://schemas.openxmlformats.org/officeDocument/2006/relationships/slide" Target="/ppt/slides/slide10.xml" Id="R8a5b625c27c54eb5" /><Relationship Type="http://schemas.openxmlformats.org/officeDocument/2006/relationships/slide" Target="/ppt/slides/slide11.xml" Id="Rd163656fdb6b4432" /><Relationship Type="http://schemas.openxmlformats.org/officeDocument/2006/relationships/slide" Target="/ppt/slides/slide12.xml" Id="R5cb2327f1d764e9e" /><Relationship Type="http://schemas.openxmlformats.org/officeDocument/2006/relationships/slide" Target="/ppt/slides/slide13.xml" Id="Rfdbacc3662a74bcf" /><Relationship Type="http://schemas.openxmlformats.org/officeDocument/2006/relationships/slide" Target="/ppt/slides/slide14.xml" Id="R3841ba0c42fe448e" /><Relationship Type="http://schemas.openxmlformats.org/officeDocument/2006/relationships/slide" Target="/ppt/slides/slide15.xml" Id="R066c97578ca649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623c9c92c045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f91c66ea6a463e" /><Relationship Type="http://schemas.openxmlformats.org/officeDocument/2006/relationships/notesMaster" Target="/ppt/notesMasters/notesMaster1.xml" Id="Ra549907b532641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a48c45b6d044f0" /><Relationship Type="http://schemas.openxmlformats.org/officeDocument/2006/relationships/notesMaster" Target="/ppt/notesMasters/notesMaster1.xml" Id="Ra2461423d1824e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a008c7eb494d9e" /><Relationship Type="http://schemas.openxmlformats.org/officeDocument/2006/relationships/notesMaster" Target="/ppt/notesMasters/notesMaster1.xml" Id="R8d185ecb60d34d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db061507584d6b" /><Relationship Type="http://schemas.openxmlformats.org/officeDocument/2006/relationships/notesMaster" Target="/ppt/notesMasters/notesMaster1.xml" Id="R622aabb4bc85444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9934b1d0d04adb" /><Relationship Type="http://schemas.openxmlformats.org/officeDocument/2006/relationships/notesMaster" Target="/ppt/notesMasters/notesMaster1.xml" Id="R246515858f2a4d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96904dbd04040d1" /><Relationship Type="http://schemas.openxmlformats.org/officeDocument/2006/relationships/notesMaster" Target="/ppt/notesMasters/notesMaster1.xml" Id="Rc07cd6460ccb4b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d3dc02319f4bb0" /><Relationship Type="http://schemas.openxmlformats.org/officeDocument/2006/relationships/notesMaster" Target="/ppt/notesMasters/notesMaster1.xml" Id="Rc6b3924bfa854c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9d0bcde0fb48b4" /><Relationship Type="http://schemas.openxmlformats.org/officeDocument/2006/relationships/notesMaster" Target="/ppt/notesMasters/notesMaster1.xml" Id="R720ffdbce2a349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a563f0612d40e2" /><Relationship Type="http://schemas.openxmlformats.org/officeDocument/2006/relationships/notesMaster" Target="/ppt/notesMasters/notesMaster1.xml" Id="Re20d8ac489ba4ad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8c1edbba119461f" /><Relationship Type="http://schemas.openxmlformats.org/officeDocument/2006/relationships/notesMaster" Target="/ppt/notesMasters/notesMaster1.xml" Id="R240936d909aa43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ee6c16f9f694b5f" /><Relationship Type="http://schemas.openxmlformats.org/officeDocument/2006/relationships/notesMaster" Target="/ppt/notesMasters/notesMaster1.xml" Id="R014c704018b6411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1244ac9fb9545fa" /><Relationship Type="http://schemas.openxmlformats.org/officeDocument/2006/relationships/notesMaster" Target="/ppt/notesMasters/notesMaster1.xml" Id="R6f835b6fb26f49f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37436614fd34b8c" /><Relationship Type="http://schemas.openxmlformats.org/officeDocument/2006/relationships/notesMaster" Target="/ppt/notesMasters/notesMaster1.xml" Id="R7540c546e585451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bb390a120ea4b69" /><Relationship Type="http://schemas.openxmlformats.org/officeDocument/2006/relationships/notesMaster" Target="/ppt/notesMasters/notesMaster1.xml" Id="R3f3dec2d1a8c4f5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67b9984243e431e" /><Relationship Type="http://schemas.openxmlformats.org/officeDocument/2006/relationships/notesMaster" Target="/ppt/notesMasters/notesMaster1.xml" Id="R8f36a484e50849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1. Title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老师，这次主要汇报 ASCR 从 Stage 1 往 Stage 2 走的进展。核心不是再做一个 heuristic selector，而是把 external semantic evaluator 蒸馏成本地 student semantic localizer。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2. Executive summary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一句话总结：Stage 1 的 ASCR loop 已经跑通，Qwen3.7 teacher 数据也有了。现在第一个 end-to-end student localizer baseline 已经在 server 上跑过，但结果还弱，所以不是重复跑 v0，而是进入 v1 data expansion 和 stronger lightweight student。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3. Research problem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原始 masked/discrete generation 主要依赖 confidence。问题是，有些区域 confidence 已经 stable，但 semantic 上仍然错，比如颜色、数量、左右关系。这就是 ASCR 要解决的 confidence-semantic inconsistency。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4. ASCR core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ASCR 的核心是 alternating。Confidence block 继续 native denoising；Semantic block 问另一个问题：当前图像哪里和 prompt 不一致，然后只 reopen those selected token regions。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5. Stage roadmap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是 zero-training，用 external evaluator。Stage 2 是把 evaluator/localizer 学出来。Stage 3 才是更系统地迁移到不同 masked/discrete generator。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6. Stage-1 results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已经证明 ASCR 不只是工程结构。Lumina 上提升比较小但没有 regression，因为 base model 本身强；Show-o 上提升更明显，说明 semantic reopening 在弱一些的 generator 上空间更大。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7. What is distilled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这里我特别区分两个概念。semantic localizer/evaluator 是看 prompt 和 image，判断有没有 semantic error、错在哪些 grid cells。selector 只是把 grid cells 映射成 token reopen mask。所以真正要 distill 的是 localizer/evaluator，不是 selector。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8. Before/after design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before distill 是 prompt 到 generator 得到 initial image。after distill 是同一个 generator 加上 student localizer，再经过 existing GridSemanticReopeningSelector 和 ASCR loop，最终得到 revised image。这里不是固定 reopen 一次，而是 loop 自己决定，最多到 max_iterations。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9. Teacher 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我用 Qwen3.7-plus through OFOX 做 teacher。它给两类 supervision：一个是 quality comparison，一个是 localization labels。现在 hard64 compact dataset 已经 clean 到没有 unresolved errors。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10. Student v0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v0 是第一个真正的 student localizer baseline。它不是 cell-prior；它至少读 prompt 和 grid image。但它仍然是 shallow features，不是 neural model。它的意义是验证整个 Stage-2 pipeline 能跑通。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11. v0 quantitative results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结果很诚实：pipeline works, but student is weak。Hit-any 只有 0.2，mean F1 只有 0.13。这说明现在不是 rerun v0，而是要 improve student data and model。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12. Image benchmark results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In-domain 有非常小的 positive delta，Geneval 全 tie。这个结果不是失败，它说明 measurement loop 是健康的，没有明显 regression，但要看到实质提升，需要更强的 student localizer。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13. Engineering lessons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这一步也暴露了几个关键工程问题。第一，LIMIT=16 差点截断 in-domain holdout。第二，fallback 会让 after image 变成 before image，所以必须记录 raw final candidate。第三，API judge rerun 要 overwrite and dedupe，否则会混旧结果。第四，compute node 不能继承 OFOX key。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14. v1 plan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v1 的核心是增加 supervision。我们会让 Qwen3.7 teacher 对 v0 benchmark 产生的 before/after grid images 再做 localization，然后合并 hard64、in-domain、Geneval labels，训练 grid-localizer-v1。v1 还是 lightweight，但比 v0 有更多 image statistics 和 domain features。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15. Next milestone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下一步我会用同样 benchmark 比较 v1 和 v0：winner counts、mean score delta、fallback count、changed image count。如果 v1 仍然弱，那就说明 shallow localizer 不够，下一步应该进入 neural localizer 或更强 multimodal student。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bbbaa1ac3342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8333861d4f4124" /><Relationship Type="http://schemas.openxmlformats.org/officeDocument/2006/relationships/slideLayout" Target="/ppt/slideLayouts/slideLayout1.xml" Id="Rf79e81b7ec3e45e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9e81b7ec3e45e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df52238f834188" /><Relationship Type="http://schemas.openxmlformats.org/officeDocument/2006/relationships/notesSlide" Target="/ppt/notesSlides/notesSlide1.xml" Id="Rd6b1f6ec26c740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301676e364a8f" /><Relationship Type="http://schemas.openxmlformats.org/officeDocument/2006/relationships/notesSlide" Target="/ppt/notesSlides/notesSlide2.xml" Id="R1d0cb325851f4e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775fb4257403c" /><Relationship Type="http://schemas.openxmlformats.org/officeDocument/2006/relationships/notesSlide" Target="/ppt/notesSlides/notesSlide3.xml" Id="R262999ce5abd43e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3f26d19d3c409b" /><Relationship Type="http://schemas.openxmlformats.org/officeDocument/2006/relationships/notesSlide" Target="/ppt/notesSlides/notesSlide4.xml" Id="R2169c2fe3b644a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c478d4ec024dd5" /><Relationship Type="http://schemas.openxmlformats.org/officeDocument/2006/relationships/notesSlide" Target="/ppt/notesSlides/notesSlide5.xml" Id="R1ed7c06efb3c484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11de1f34e4ea5" /><Relationship Type="http://schemas.openxmlformats.org/officeDocument/2006/relationships/notesSlide" Target="/ppt/notesSlides/notesSlide6.xml" Id="R1b78dd13e74d4d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cfba9096d459e" /><Relationship Type="http://schemas.openxmlformats.org/officeDocument/2006/relationships/notesSlide" Target="/ppt/notesSlides/notesSlide7.xml" Id="R38777096b53b40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043ab9a3b4444d" /><Relationship Type="http://schemas.openxmlformats.org/officeDocument/2006/relationships/notesSlide" Target="/ppt/notesSlides/notesSlide8.xml" Id="R0eee084943414a3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61eeb0c76e4182" /><Relationship Type="http://schemas.openxmlformats.org/officeDocument/2006/relationships/notesSlide" Target="/ppt/notesSlides/notesSlide9.xml" Id="Ra2be1171c63743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ac99c2ad14bf5" /><Relationship Type="http://schemas.openxmlformats.org/officeDocument/2006/relationships/notesSlide" Target="/ppt/notesSlides/notesSlide10.xml" Id="R8d743c9bf2f549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c1b5df7d74890" /><Relationship Type="http://schemas.openxmlformats.org/officeDocument/2006/relationships/notesSlide" Target="/ppt/notesSlides/notesSlide11.xml" Id="Ra0573848753f4d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a7abb7125a4c12" /><Relationship Type="http://schemas.openxmlformats.org/officeDocument/2006/relationships/notesSlide" Target="/ppt/notesSlides/notesSlide12.xml" Id="Ref0dbd34617841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80fe6a5da4c51" /><Relationship Type="http://schemas.openxmlformats.org/officeDocument/2006/relationships/notesSlide" Target="/ppt/notesSlides/notesSlide13.xml" Id="Rdd75f3c548cc4ca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37e7232f9c42bf" /><Relationship Type="http://schemas.openxmlformats.org/officeDocument/2006/relationships/notesSlide" Target="/ppt/notesSlides/notesSlide14.xml" Id="R21ddedbef302472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9dff37d124c3e" /><Relationship Type="http://schemas.openxmlformats.org/officeDocument/2006/relationships/notesSlide" Target="/ppt/notesSlides/notesSlide15.xml" Id="R59b3b9b3696942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0F67DA-BD46-432E-B125-BB6400C3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8B7811-C0F6-4EEE-BE65-C2BE9C96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857250"/>
            <a:ext cx="4000500" cy="4000500"/>
          </a:xfrm>
          <a:prstGeom xmlns:a="http://schemas.openxmlformats.org/drawingml/2006/main" prst="arc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891B2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98379E-F182-43AF-990D-E0CAD2AD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428750"/>
            <a:ext cx="2857500" cy="2857500"/>
          </a:xfrm>
          <a:prstGeom xmlns:a="http://schemas.openxmlformats.org/drawingml/2006/main" prst="arc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59E0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949DFA-D909-432B-A291-C7F5D7CA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150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0A52C-045D-4B14-A74D-D282FD1C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6350"/>
            <a:ext cx="752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Stage-2 Progress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043441-E585-47E2-BF3F-CB85BC14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38350"/>
            <a:ext cx="781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From selective semantic reopening to distilled student localizers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1D577D-39CF-4DE1-9312-E1FA9487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0"/>
            <a:ext cx="2190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879E2-8CAA-4464-80AE-E8031E5A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7190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Stage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5F924-EB85-4288-9C5D-38ED2BF8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zero-training ASCR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1CEEB8-126E-42AD-AD0F-15DE1946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86200"/>
            <a:ext cx="7048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541626-3442-4647-9737-DC917F4D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19500"/>
            <a:ext cx="2190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549AF6-0805-40B1-A4CC-9FD009B7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77190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Teacher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0A7C2B-54DE-42B9-9FEE-165640F4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9575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Qwen3.7 localization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DBEE16-5848-4AA0-91F8-8E4F71B8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86200"/>
            <a:ext cx="7048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3B6CED-3A44-4E6A-9DC8-9E106FD8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19500"/>
            <a:ext cx="2952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521A88-5DD8-4CB8-94B9-73A703BF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77190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Stage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27458A-9994-4186-9C0C-813F01196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957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student semantic localizer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E7955B-EB9E-4C95-AB60-036D51F4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626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Advisor meeting update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847205-1D72-4F1B-9B75-0BF11DE8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Project: Alternating Semantic-Confidence Revision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5EBD0E-D1AC-4B67-B5CA-20901B82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717024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8C62C1-3650-4EA2-8360-67418CFB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12BB85-11C5-467B-B443-A851F568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84EB5B-7BCF-4AB6-AC2D-082BA6C9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Executive summary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9F1BF-FA02-4106-A10F-302F7A0B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What has been built, what the first student shows, and why v1 is the right next step.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35B97-31AA-4F0B-A16C-451187E9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AF72D-7601-4EC2-9894-6CFE394C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22C55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CE09AA-82AD-4745-8579-201D9BAD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33650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Stage-1 Lumina ASCR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D508FC-5136-4D77-AFC5-18D9F2FC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90825"/>
            <a:ext cx="205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+1.6pp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FE05F-C0AF-4AEF-A943-C6AB805D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82.8% → 84.4% clean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F892AF-D254-48FB-9853-53AE8127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F239A9-FAD3-4B7C-B0ED-1823680B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8E9B0-3EFF-4651-8246-484430B3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33650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Teacher dataset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E001BD-F1FA-45C3-B27F-6A9FC39C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90825"/>
            <a:ext cx="205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64 + 79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FCCF53-3AB6-4747-B781-C515B8B2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385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quality + localization labels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90CD7C-3F2B-40B2-8227-1C7FDCE9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812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8776F7-5BF0-4E19-973C-C601AD13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812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B3E6C9-387E-42CF-A299-3DC55BFD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33650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v0 localizer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BB7E25-E181-4DAB-866B-D6937ABA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90825"/>
            <a:ext cx="205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0.20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559FC5-78D5-4251-9F97-95CD2370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385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holdout hit_any rate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32DD24-3B6A-40C1-9DAD-B4EBF5AB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812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7AEC8E-07B7-41B7-9863-A007DC25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812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22C55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6C2560-A82B-4AF6-9371-1E311660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33650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Image judge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2AA87C-9394-4CED-BE70-4C16E6CE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90825"/>
            <a:ext cx="2057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+0.012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B6E898-BDF4-4AEB-93C9-BF4DD32EF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385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in-domain mean delta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887A16-4C14-4A79-8424-85E1E59A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574E9E-86B4-4CE5-B2A0-6C4C6A7C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86250"/>
            <a:ext cx="1009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End-to-end Stage-2 scaffold is running: train student → generate before/after → judge with Qwen3.7.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8CCB72-F359-4976-A29D-8AF1F65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66F24F-09FB-41C4-B8F6-A5C9798A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24400"/>
            <a:ext cx="1009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Current v0 is a weak but valid baseline; it verifies the scientific measurement loop.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385A58-2ECD-47E7-AEA8-A2B1DA83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B446CF-4BB8-4229-B66C-E117C090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1009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Next: add teacher labels on benchmark images and train grid-localizer-v1.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3E965C-CE4C-4EA4-B6A4-3AF1B481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Sources: ASCR repo README, AI_COLLAB_LOG, result JSON summaries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C4BAAE-5DD2-4967-A1E0-FB20C59E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70942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FC0E6D-C160-4D93-A02D-B832A62D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B36B99-E637-4827-997C-96A12F54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0948B2-A07B-44F7-ACAB-8BB2EF4B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Research problem: confidence ≠ semantic correctness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17D1AB-74BD-4064-B1DA-422A9569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A region may be confidence-stable while still violating the prompt.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8FA83-7365-4A05-B026-AC2391F4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4572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B811DA-7AE7-439D-AE37-66937155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717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Native confidence asks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229B9F-CF43-436E-ADBE-46DA2713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62300"/>
            <a:ext cx="361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Where is the model uncertain?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54C439-F3FB-425E-8C77-EC0F5870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Good for denoising dynamics, but not equivalent to prompt correctness.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F6BF43-892A-4CA5-868E-AB8D6A55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4572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0B0FA-A41D-4D20-9542-0AF3CF72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ASCR asks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EA0069-F348-4D0E-AADB-133EC376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67050"/>
            <a:ext cx="3762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Where is the image semantically wrong?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0D0FD5-A968-40C1-A04B-19CEE60E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9624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Targets count, relation, color binding, missing/extra object errors.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A984B4-39B1-4245-9FF1-348883BE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105150"/>
            <a:ext cx="8382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080265-940E-41F1-889F-C59D75CA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Sources: ASCR repo README, AI_COLLAB_LOG, result JSON summaries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DD922E-9CBD-40B8-9AD7-1D1BA424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530647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94A4CA-FCAF-4D7F-ADD3-AE25C375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2B103D-62A0-4D09-A7FF-EDC5F1D2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05701A-DC6F-4D52-8324-CF2A08E4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ASCR core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BB2E21-215C-42AA-9B6A-9B35C73E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Alternating native confidence refinement with semantic reopening.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ACF23A-EF7B-4AFE-8662-ED5F7A32B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333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98968-4EBC-4A5D-A543-05D5D7BF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670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Prompt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30C5B-F812-40EB-BC43-49E6D953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text condition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8EB615-AAC1-413B-A5C3-5CB08E0E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000375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EBB82B-45B0-4309-A739-9031890F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14625"/>
            <a:ext cx="1619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EE9789-F9F3-4AD7-8AF1-B279E5B4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67025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Generator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720131-B943-4D21-B5BE-D12C0204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1908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decode tokens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CD49B8-1E94-464E-91FA-D5EEDC17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00375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6CEC60-EBB4-428D-A9DE-9557BBE68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14625"/>
            <a:ext cx="2000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C0EB65-4709-4F85-8957-25E93FDC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867025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Semantic block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E90DC4-DA9E-4A02-8291-46D1B2BF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90875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localize errors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CF54DB-B6D4-4271-A5DF-BCB68DE8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00375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ED88BA-04B6-4F04-87CC-767B53A9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714625"/>
            <a:ext cx="1619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6A2F5-FE3C-4CAE-9A02-7C417768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867025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Selector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4797EF-633F-4D01-ADE7-EC671916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908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cells -&gt; reopen mask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833402-6E92-4E77-820C-997B2231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00375"/>
            <a:ext cx="4572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77156E-0266-4381-ADDB-53E06CC2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714625"/>
            <a:ext cx="1619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A04CA1-20D7-495E-A89C-522185D62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867025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Reopen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DF54A7-FB15-4245-A22B-6B0340D7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1908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continue generation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C3912E-6C1B-4277-AA54-3B0B11F5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72000"/>
            <a:ext cx="5715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7415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E6C1FA-D740-4FF7-846C-252E9DB4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19650"/>
            <a:ext cx="5219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Stop conditions: no semantic error / no actionable region / max_iterations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B17215-CBE6-4810-89EA-4A036802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Sources: ASCR repo README, AI_COLLAB_LOG, result JSON summaries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FAFBFA-8FD4-4D3A-8AF9-85159AC5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243700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76EBE4-DF0A-4C26-9790-0477BA36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73460A-61C6-4DEE-B183-54453E57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E1ADFC-D141-46DA-A6C7-73EE9915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Research 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F7E6F9-67C1-4B63-9EAD-4FE9226F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Stage 2 is about learning the semantic localizer/evaluator.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A42AB7-0985-40CD-8A78-00F22673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3625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525DA-2F08-4117-889D-B1D5CD3D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289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Stage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6F248-4275-4893-9F76-7FC41338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194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Zero-training ASCR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CAF29A-E266-49BD-82E2-8F6A17B7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6240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External/self semantic evaluator; grid cells projected to token reopen masks.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8B2E6F-974F-422E-9649-94DF8333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33625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1AF8E-DED3-4282-9638-78CA802C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6289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Stage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F1C21B-91D1-48A9-9C39-DB2924CC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194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Distilled student localizer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0F4A01-AE0E-4D51-8028-9C4CEE68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96240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Train a local model to predict semantic error cells from prompt + image.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DC5AB8-C545-411F-A45F-74058FCC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33625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179392-1745-40AC-A2A2-452A38A6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289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2C55E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22C55E"/>
                </a:solidFill>
                <a:latin typeface="Aptos Display"/>
                <a:ea typeface="Aptos Display"/>
                <a:cs typeface="Aptos Display"/>
              </a:rPr>
              <a:t>Stage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1A91EA-E1AE-4143-8D27-165003C0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194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Cross-model ASCR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080E1D-9587-48B0-8334-BA3B2FB0E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962400"/>
            <a:ext cx="257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Generalize across stronger masked/discrete generators and evaluators.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659C47-8B5F-4014-8196-6602B309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Sources: ASCR repo README, AI_COLLAB_LOG, result JSON summaries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810000-329D-4715-B7B0-F8FE720B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974669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32F002-7133-4BEF-989C-F6A06887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40E48E-AB28-4D62-B646-5E489EB8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7554CB-333D-419A-9E2F-3F22D798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Stage-1 position: ASCR already helps without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8BEEC5-4210-436C-86D8-F71B692B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Mainline is Lumina-DiMOO; Show-o/MMaDA remain comparison lines.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DB90D0-8589-484F-AB3C-D4B90AB3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47900"/>
            <a:ext cx="495300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7415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D5B79D-68BE-48DD-8516-58FF13F1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336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Clean score summary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F41D44-3B21-4A8A-ABB3-7A9738B5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Lumina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F10DDF-DD4E-4F26-9F23-73812F67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19450"/>
            <a:ext cx="2667000" cy="152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24304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EDF26C-25D9-44CF-B38B-E3401D62C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19450"/>
            <a:ext cx="2208276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460C28-56F9-4A83-B499-3F587F8F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1908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82.8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633384-CFEE-48CC-AAEF-27D714BE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Lumina + ASCR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18A255-7637-4EA2-A538-5F261858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14750"/>
            <a:ext cx="2667000" cy="152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24304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76BF03-6505-467C-A240-FDA759FE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14750"/>
            <a:ext cx="2250948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22C55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9E68D3-826C-4DD5-8D2C-D16BBD8E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6861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84.4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568A9-C2C9-49C9-99D2-5B414AB0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91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Show-o baseline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8C3FCB-2201-4505-B657-11D2A38E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2667000" cy="152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24304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B0651B-E954-4A41-8507-31F3687C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957578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891B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128A64-3B3E-4B36-9233-CF07D59C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1814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73.4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4B295D-4D54-4C55-ABEE-7CA54908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Show-o + ASCR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A0AF35-C400-4582-8A0D-1F89E20F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05350"/>
            <a:ext cx="2667000" cy="152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24304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84D4CF-CE00-4FB5-B938-06CE3C9D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05350"/>
            <a:ext cx="2082927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22C55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0133E5-B7DD-43F6-8563-1DBAA19F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676775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78.1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22973E-7C4E-4F1C-BF28-7A0CD1A2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47900"/>
            <a:ext cx="400050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3B146C-BC3F-4F8C-8BFB-1348D068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150"/>
            <a:ext cx="3238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BE7BAC-83B1-41A6-A810-FAE1F236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1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22C55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6EEF10-5667-4397-9A1C-813FA330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7655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Lumina ASCR effect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4B9940-EF5F-4757-B197-4ACAC2CA9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33725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+1.6pp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C0AE04-A59F-4FB9-BBAC-7491303B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581400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82.8% → 84.4%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901481-DC42-4A1A-81D5-DE6AC3B4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57650"/>
            <a:ext cx="3238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333F07-4B52-4A1B-9EF3-54F44B56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576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C53B3A-B348-4D1F-ABFE-42366F83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1005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Show-o ASCR effect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B74C25-53FF-45FC-A60D-E810C2F4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67225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+4.7pp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A03F86-865E-48AA-B1E7-676FFA4C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14900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73.4% → 78.1%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2104FD-14FB-469E-A08D-001C4A2E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Source: README empirical summary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FD393C-22D4-43E7-B8B2-8EF3B1E9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368013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5CB282-2B22-4385-9247-72505447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6F390-2AC4-4268-9A43-BDE36258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2C7AE3-A15C-47F8-82DC-7B18C10B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What exactly gets distilled?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9031CA-2579-4EC5-A03F-E259FEA1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The student learns the evaluator/localizer role, not the selector.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6436C-EB3A-402D-93EA-4B16736F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05050"/>
            <a:ext cx="4333875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80E29-A202-4C30-B6F3-B8C85052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61937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semantic localizer / evaluator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43CC1-DB54-46BE-9372-F47E60DA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38500"/>
            <a:ext cx="3619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Input: prompt + current grid image</a:t>
            </a:r>
          </a:p>
          <a:p xmlns:a="http://schemas.openxmlformats.org/drawingml/2006/main">
            <a:pPr algn="l">
              <a:defRPr sz="15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Output: has_error + grid cells + correction instruction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CDA1D3-572D-41A0-B43D-9DFEC6CF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05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This is the distillation target.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B861A4-9423-4DC5-A4F9-D6972AB2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305050"/>
            <a:ext cx="4333875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719C03-39C0-4A6D-8A22-A9BAAF72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1937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GridSemanticReopeningSelector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C595AA-1CE0-4E2F-A1F9-7B839215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33750"/>
            <a:ext cx="3524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Input: selected grid cells</a:t>
            </a:r>
          </a:p>
          <a:p xmlns:a="http://schemas.openxmlformats.org/drawingml/2006/main">
            <a:pPr algn="l">
              <a:defRPr sz="15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Output: token reopen mask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ECFFAF-39EE-4608-97F7-F4C09670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305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This stays fixed for now.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5079E1-EC41-4CA5-81B7-74CE384C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Sources: ASCR repo README, AI_COLLAB_LOG, result JSON summaries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925452-E680-4A44-95E8-34325E16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213366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09B628-B244-4FA7-8501-B86A0CD3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413980-0ACD-4028-AD8E-F31893CB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DDB6E-090A-49BF-9505-9EF82EDB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Before/after benchmark design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D4891-4E45-4AE8-8855-38E5D5EA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The after image comes from the full ASCR loop, not a single forced reopen.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2D28B-CCFA-4D89-A90E-B8406F10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before distill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6FA65D-15DF-4348-8B5C-D23362E4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1428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BC0C7B-AC74-4AD4-8271-E4CC6337B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337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prompt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99D94-6E5D-4996-B9D0-788655F1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0DF323-8D2C-4EA3-9D1E-44C766CE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086100"/>
            <a:ext cx="6667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EC7026-428E-4956-9DF0-ACE4C765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781300"/>
            <a:ext cx="1809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9586A-F0F7-486C-A412-26F03AEF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9337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generator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4977AC-0F2E-4CC5-9170-BA593B00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575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initial image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D8D2C3-B8EF-4D41-925E-A9005802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719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after distill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6F433C-F35B-4B49-B2A2-C10E2533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05350"/>
            <a:ext cx="11430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FB143F-CFFF-4557-AE6C-237AD8A7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577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prompt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FF3EB6-6857-4669-97FA-537B0E6E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81600"/>
            <a:ext cx="83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80935B-1A9D-44A5-ABE7-EC7ECA8C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0101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7A28DC-A1F3-4670-A0CE-C5DC7904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05350"/>
            <a:ext cx="1428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3F18BE-5755-41BB-AF0F-8A5D7F14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85775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generator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973ECD-4CEB-4252-A6FA-865CC99F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1816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same base model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956923-1890-4953-BE91-0303FA85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0101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8ECB55-D0D4-4F12-BB48-3D914AE3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705350"/>
            <a:ext cx="1809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09D738-1706-4D56-8D92-224F12FC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8577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student localizer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DE9198-7190-48BB-82B4-47F96B6E4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1816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learned evaluator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C0A4D6-4F9E-48B2-BCD7-82CAF8F1F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0101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4CA92A-E8C2-405C-A806-A0944444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705350"/>
            <a:ext cx="1333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25C9C3-1303-41DF-8D99-3E8FE796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577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selector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793B34-638A-4AF1-B50C-416C6362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18160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cells → mask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7545C8-4786-459F-B6E4-7A5C62EE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101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6735D6-EC71-4FB6-B016-324579FB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705350"/>
            <a:ext cx="1619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A9BD0F-C871-42D2-AC1D-9901D998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48577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ASCR loop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A9191FB-A111-417A-94E3-6AE5CD4B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18160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0..max_iterations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AF18FF-828A-4AFD-8334-3FF7AEB4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4762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7415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DB0CE4-861B-4180-8AD4-B1EE078B7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956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Qwen3.7 judge compares initial image vs raw final ASCR candidate.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083CA8-67BC-465B-8C36-A6CEF76D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Sources: ASCR repo README, AI_COLLAB_LOG, result JSON summaries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48C30A-11F4-47BD-BDF7-2FAE2F15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585268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FE2385-2D96-438F-BE46-18E9AC95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ECE4C3-B301-4967-8101-DB903154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A37C21-A012-48A4-9B33-736B0709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Teacher data: Qwen3.7 compact supervision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28784-270A-4B3D-8850-90C5ABEB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Teacher gives both quality labels and semantic localization labels.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45C64-2666-461F-AE1E-6FEE0229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2857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3896B9-88DD-49EF-87A2-456DEC52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47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22C55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73ABD-F01E-485A-B3EF-B5FF06CA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533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Quality labels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47CB2E-BA02-4289-BE16-804A29D7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90825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64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449887-F106-4EBA-860A-1E820201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238500"/>
            <a:ext cx="2533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before/final pairwise scoring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9933B8-1105-42DB-9128-16942131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81250"/>
            <a:ext cx="2857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EEAD04-8570-4513-B8FB-6114AF81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81250"/>
            <a:ext cx="47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A46FC2-4970-44FC-8244-FD3B677E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33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Localization labels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A1A5B9-5BC7-4B27-87C2-45BB6F15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90825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79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754ECD-4BD0-4660-AD64-5DDBD4EB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238500"/>
            <a:ext cx="2533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prompt + grid image → cells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6B5FDC-A992-4CB8-997F-C2CD4176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81250"/>
            <a:ext cx="2857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6C2212-4B5C-4772-86F5-99B6C11A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81250"/>
            <a:ext cx="4762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2B37F9-B363-48F7-84E9-4AB49211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33650"/>
            <a:ext cx="2533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Unresolved errors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41B073-1DC1-4364-8CE9-CD44FC1B8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790825"/>
            <a:ext cx="2533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DE186D-05E2-4C0F-82C6-658E8CE1E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38500"/>
            <a:ext cx="2533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after repair/rerun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3EB657-8AED-44A3-A8C3-324528C9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476750"/>
            <a:ext cx="82867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172033"/>
          </a:solidFill>
          <a:ln xmlns:a="http://schemas.openxmlformats.org/drawingml/2006/main" w="9525">
            <a:solidFill>
              <a:srgbClr val="37415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01ECAF-5FE7-470F-93ED-F7105454B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2440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Operational split: login node handles OFOX/Qwen API; GPU compute nodes handle generation and training.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34AD2-2254-40A8-A16D-BF4DB569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Source: AI_COLLAB_LOG and teacher distillation artifacts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7CDD6A-AC1B-4ECC-897A-13014DE9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658687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06B5EB-D4B9-4577-A948-0B3EA1C5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ABA707-798F-4B80-B385-BB9A83EC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761461-4832-4C6C-B556-5520C6E4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Student localizer v0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641DC8-6946-4C4E-8DCB-A9F80D9D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First end-to-end student baseline: meaningful, but intentionally lightweight.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CFD993-507B-4B12-8525-56182927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86100"/>
            <a:ext cx="1619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0E7B0A-D3C8-4A8F-A3F8-AA2F1D4A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385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prompt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B23F22-1E30-457D-ADED-5B746DD2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hashed text features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77D6D0-F4BC-4C19-8174-2EA03E35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90900"/>
            <a:ext cx="647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8C2867-868C-4C6C-B2CD-5C24F2E8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86100"/>
            <a:ext cx="1714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A94295-8BC8-4216-920F-B74CC591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2385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grid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5E0832-6BC4-42F8-B77D-7C2DE43B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5623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RGB cell features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E46685-0131-4C09-B44E-F4673332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3390900"/>
            <a:ext cx="647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936679-EABA-4366-ABFB-BA41A2D4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86100"/>
            <a:ext cx="2000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679B6B-F060-4F57-BDCD-160CBC67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v0 student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C7C11A-D9EC-4F26-BCA8-13BB637D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62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centroid-style scoring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63AAD2-B37A-44F9-BA71-DDF61B98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90900"/>
            <a:ext cx="647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A3B4BD-3E39-4FF4-90BE-49D78D7D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086100"/>
            <a:ext cx="2190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EAE75E-CA1B-45FA-8253-8B7A6C94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323850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SemanticEvaluation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A0ACAD-8315-4ED5-953D-43CB036D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356235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has_error + cells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65E72F-1F9B-4446-A6B9-C7B57B9B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38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2C2748-1378-4F73-BFE6-8394204F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6250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v0 is not cell-prior: it reads prompt and grid image.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EC288F-8162-4379-A1A5-8C1E7FEFE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004B3E-3C4E-4A5F-B67B-D454186E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4350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Still shallow: no neural multimodal representation yet.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CC86A7-063D-4DD0-8881-46D68D5D7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00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F62F72-1E0E-43F8-A2B6-8762CF4A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2450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Purpose: validate the Stage-2 measurement and deployment path.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55D3C2-4203-4AD3-8D90-E10A97FA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Sources: ASCR repo README, AI_COLLAB_LOG, result JSON summaries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87E74B-7CB8-408C-BE85-3786FD07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569337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1CD3F3-C4C2-4105-9FB3-BE09D604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3EB36A-96FA-4BE3-9A2D-7074AE57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19CFA0-2068-400A-90E4-5E201BAC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v0 quantitative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86EC8F-D712-42F4-BA3B-543B2D1E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Pipeline works; the first student remains weak.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12C6A8-5CB8-4922-9EF6-B37F7AC4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2286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4AEC31-29BA-4425-8042-667FF05C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4D3313-FE64-4C19-9E22-2F62F4A49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62200"/>
            <a:ext cx="1962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Train rows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8B278F-7373-45D3-9D28-5C8634EA5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19375"/>
            <a:ext cx="1962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62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EA3FA3-513C-4833-BF62-56B3A565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670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localization examples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66C027-2B9B-42F6-8437-3FA32870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09800"/>
            <a:ext cx="2286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5CDBA4-F824-4F75-BABA-EDD8EDEB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098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6DA52D-88DD-433D-A3D8-6EBF9E28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362200"/>
            <a:ext cx="1962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Eval rows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776628-D81A-451F-9069-4EF7D83F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19375"/>
            <a:ext cx="1962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17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73B8D8-70C3-4002-85F2-6A18E797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670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holdout examples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09D414-D090-4913-B280-35C80EC4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09800"/>
            <a:ext cx="2286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83FB70-609A-4762-BE45-FD47EF13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098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0CEA82-450D-499E-923F-4F8DF9AC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62200"/>
            <a:ext cx="1962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Hit-any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F9F107-53D6-4774-BB5D-E916D77E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19375"/>
            <a:ext cx="1962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20.0%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D5BA3A-EF46-4B10-AA1E-B32EB90F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670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2 / 10 evaluated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1E807C-55F1-4113-8F4B-AAA37C98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09800"/>
            <a:ext cx="2286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133D61-06F2-4BDA-9F51-AFAEEEC5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098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80F6D4-603C-43E1-802A-86ECB218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62200"/>
            <a:ext cx="1962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Mean F1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A4A641-D4ED-4786-BEB6-3D286192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19375"/>
            <a:ext cx="1962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0.13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F1049E-9DC6-45F0-92A8-81C38116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670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cell localization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6EBFA7-EDD1-4C10-8A3C-AA1E77AF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95750"/>
            <a:ext cx="9334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7415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98E287-9F99-469D-873B-46DF763B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005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Interpretation: v0 is a reproducible weak baseline, not a final Stage-2 student.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8F1E28-5B1B-4BC4-A09B-9871ACEA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8196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The next useful step is improving the student data/model, not rerunning v0 unchanged.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DBDBA8-F1B3-4421-800E-62873DCAA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Source: outputs/stage2_students/grid_localizer_v0/metrics.json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E3A4DB-D10A-44D4-9D7E-DA247492F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762585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9F46A8-BA2E-4290-A12F-C46CCDCE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5B7DA5-E753-46EF-855B-B591826C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E5B5C-7564-443B-B2E8-FD78189B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Before/after image benchmark 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180345-0D3E-48C5-B890-2A5BCE23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No regression is good; meaningful gains require a stronger student.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01C68-3B74-42D5-92BB-EE11A562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47625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54C89-3815-4B81-906D-D80E6DC0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95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In-domain hard64 holdout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ACAEB3-6777-415F-BDB3-4EC86E03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67050"/>
            <a:ext cx="17145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4AC59D-4FF4-4BDA-8BB9-AA24994A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6705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3E728-5131-4415-8EB3-266C0904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1945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Rows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839E44-452A-449B-8C81-5E19F5D3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76625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17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6C358B-9BAA-4557-B227-31B2FC11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243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Qwen3.7 judged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C0FCC5-25B9-44F0-8FD7-C5CF6E4D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67050"/>
            <a:ext cx="20002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EF43AA-7938-4BAC-8814-FF2468F4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6705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22C55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335076-F887-4E9D-B423-21C50E30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21945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Winner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496BFB-7CD5-43CE-881F-829D2CD6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476625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1 after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3BE03A-C30C-44C0-9D7C-1D0A1E62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9243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16 ties, 0 before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8CA6E2-DC85-4A98-8058-D7E6FA56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19100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08B28E-9CFC-4C1E-A25F-3E4332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1910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solidFill>
              <a:srgbClr val="22C55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9B1EBB-0EA1-42CF-8B13-A69D7EDA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4340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Mean delta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EAEB98-6871-40C2-8160-F505FA7D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00575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+0.012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1F79DF-C0B3-4568-AB51-36EBFC170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0482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after - before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668C11-3E2C-45AB-9944-C436ECA1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90750"/>
            <a:ext cx="47625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23366-97BF-4DB3-8C47-651F839B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95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Geneval smoke16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B0BE2F-D483-463D-8FF6-85BCC49F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67050"/>
            <a:ext cx="17145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14833D-A8C5-4349-BAA5-EB57D473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6705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solidFill>
              <a:srgbClr val="F59E0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2714DA-96DE-4039-BB02-8B11C890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1945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Rows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1D0CAB-BB77-4519-B615-996581F19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76625"/>
            <a:ext cx="1390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16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AF8F33-534D-45B9-8D18-064259F9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9243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out-domain smoke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7AB881B-CB79-487A-9886-6FB45D93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67050"/>
            <a:ext cx="20002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4E196D-E9A3-4BDD-8D33-0879B08C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67050"/>
            <a:ext cx="4762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DC9126-2099-4B9D-8753-037491F02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1945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Winner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00C1BC-A2BA-4D0B-912A-95BAC41C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76625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all tie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03E77A-64AF-4D01-A9EA-1AF82AE20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243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0 after, 0 before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FB6F32-12D1-41D0-AF80-38D44D6E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91000"/>
            <a:ext cx="2190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2D374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A68C48-4C2E-47DD-84D8-118CD16D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91000"/>
            <a:ext cx="47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C4313A-8B4B-46B0-AB0C-26948D4A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4340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9CA3AF"/>
                </a:solidFill>
                <a:latin typeface="Aptos Display"/>
                <a:ea typeface="Aptos Display"/>
                <a:cs typeface="Aptos Display"/>
              </a:rPr>
              <a:t>Mean delta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87E45F-BA14-4FCA-A717-4EBB7D23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00575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0.000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5F2C07-039A-4DE3-BC26-870CCFD5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482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after - before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DBF089-2D9E-4998-84CF-AD8D71A4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Source: outputs/api_judges/student_localizer_v0/*/summary.json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B6F51B0-636C-4ACA-96D0-31A192514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002890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F85876-7A1C-40BC-868C-69665874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E5111-D063-4DD1-B762-ADBD8C7F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A0A63-E5FF-47C8-AFCA-9DE854E8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Engineering lessons that changed the 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7711BD-8529-43BA-8CA1-FE7F68DBB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Several small bugs would have produced misleading science if left unfixed.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4B62DB-6F0F-4426-9F21-0FF5B989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38375"/>
            <a:ext cx="4762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EF444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C0599-A744-4230-B876-778961D3E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669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EF4444"/>
                </a:solidFill>
                <a:latin typeface="Aptos Display"/>
                <a:ea typeface="Aptos Display"/>
                <a:cs typeface="Aptos Display"/>
              </a:rPr>
              <a:t>Prompt truncation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69C69B-2C54-43AD-8C02-21F1D21B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47975"/>
            <a:ext cx="4171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Slurm LIMIT=16 truncated in-domain holdout from 17 to 16.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12FBF-E6FD-4780-8F72-A69ED4EC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38375"/>
            <a:ext cx="4762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2CBF2-E3FA-43E2-8438-20DCEF37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6697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Fallback semantics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B1B143-7305-4CDD-B9B1-7BD6B61D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847975"/>
            <a:ext cx="4171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final_decoded_image can become initial image under return_initial_on_max_error.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55643F-FA4A-4DE8-B88F-A5B902AB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4762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BBFA2-4777-456E-A2CE-DC674AB1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386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Judge reruns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E4A0A6-4354-4433-A331-2BE1544F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4171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--overwrite needed reset, dedupe, and stale-error pruning.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6F06AF-9F15-4F81-89D1-0BEB1EA4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10000"/>
            <a:ext cx="4762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EC9683-3C55-49EE-9B24-30C251007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0386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2C55E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22C55E"/>
                </a:solidFill>
                <a:latin typeface="Aptos Display"/>
                <a:ea typeface="Aptos Display"/>
                <a:cs typeface="Aptos Display"/>
              </a:rPr>
              <a:t>API isolation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95818D-44C8-4504-8CFF-83B659BD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419600"/>
            <a:ext cx="4171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Compute nodes must blank OFOX env vars; API stays on login node.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6EDF6B-CC1B-43A8-A485-A7302F66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Source: AI_COLLAB_LOG server audit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43358A-7182-4290-B008-86C4832A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2518533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9E40F1-5D22-438D-ABDA-D3B4FA5C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07C66B-D38D-4886-9ADA-CBBCCDB5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F80EF1-E8BC-4A04-9DB7-27A8D386E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Student localizer v1: data and model upgrade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336FE9-3195-4F09-BDAE-8410BD39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Use benchmark images as additional teacher-labeled training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758C45-2930-4C84-97BF-71BC0192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1809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9CC3E6-5644-4611-8B91-852C68D2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v0 manifests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CF725A-C134-42AF-904F-F40AF399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before/after grid images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E538E0-C582-4EC5-86EB-468BAA89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33750"/>
            <a:ext cx="5524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D6F9E3-573B-49B2-9C19-AD4A98E2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028950"/>
            <a:ext cx="20002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B61333-9B71-4153-ACF2-F5FBD9CA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18135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Qwen3.7 teacher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9B27DE-0343-4180-B941-87475AAE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50520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new localization labels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09A09B-EB3D-4E28-B9A3-A0E2886E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333750"/>
            <a:ext cx="5524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F0F7B2-6990-418D-B7B2-51FA488B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28950"/>
            <a:ext cx="219075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4F7C4C-71A6-4D7D-934E-34A3C73E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81350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merged dataset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C94397-1DD9-41DE-9B7C-8F593CB0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505200"/>
            <a:ext cx="1885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Hard64 + in-domain + Geneval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470AC0-16E5-4B54-8B41-92D2230A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333750"/>
            <a:ext cx="5524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56C04E-9FC1-4258-B07E-C86DD058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28950"/>
            <a:ext cx="2095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11743C-185C-433A-98EA-C30D18FB4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1813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grid-localizer-v1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EE0759-28ED-446B-8A7A-A7DA78BF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50520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linear model + richer features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F639D1-58E1-4B5E-BA1F-F14DC54D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57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2BB6A8-AC8C-4A3E-BEB7-31620A37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781550"/>
            <a:ext cx="971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Richer features: RGB mean/std, contrast, neighbor statistics, prompt hash, domain metadata.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314081-55DA-4435-93F7-50114871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38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F897DE-9C62-45E2-BF77-BEE2527B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162550"/>
            <a:ext cx="971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Still lightweight and reproducible: JSON model, no neural checkpoint yet.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152D82-368D-41FE-B0DA-D735B7745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19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D4083B-BC35-4F4C-9B9F-CDEA8948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543550"/>
            <a:ext cx="971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Purpose: decide whether shallow student modeling is enough before moving to neural Stage 2.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BCF63C-E811-4313-AE8A-22F052B1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Sources: ASCR repo README, AI_COLLAB_LOG, result JSON summaries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26A7F6-36F0-4418-900E-1BEBB15A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1111161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B8074E-4146-4F9E-B1A4-59AA05FA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9B8EA8-C411-4BA7-97CF-9BF605F8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975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ASCR Stage-2 Progress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8532F5-D336-4675-BAB2-9159F627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9FAFB"/>
                </a:solidFill>
                <a:latin typeface="Aptos Display"/>
                <a:ea typeface="Aptos Display"/>
                <a:cs typeface="Aptos Display"/>
              </a:rPr>
              <a:t>Next milestone and decision point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1E1377-AAD3-4169-841C-3175182C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716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Run v1, compare to v0, then decide whether neural Stage 2 is justified.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5CE2B2-3506-4CAE-B82E-FD11AFE8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49530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22C55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787D91-C1BA-4289-962F-C82159E9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336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2C55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2C55E"/>
                </a:solidFill>
                <a:latin typeface="Aptos Display"/>
                <a:ea typeface="Aptos Display"/>
                <a:cs typeface="Aptos Display"/>
              </a:rPr>
              <a:t>Next milestone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4B63A-34BF-464C-A2B9-24D367C4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19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981FD4-8414-49F1-9A14-06E8D960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4325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Train grid-localizer-v1 on merged teacher labels.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18FECC-AAB5-4CE6-BBBB-7A0EE05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FE8D0F-E309-4D5E-AB34-AD29EE43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0045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Run in-domain and Geneval before/after benchmarks.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2637EF-D371-4341-BA03-2808706C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33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8881DA-233F-44A5-A0BC-57F68C35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5765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Judge with Qwen3.7 and compare v1 vs v0.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CB690-D424-4AFE-811B-EC7951620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47900"/>
            <a:ext cx="4762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7A668C-0419-4589-962A-B3A79DAC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5336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59E0B"/>
                </a:solidFill>
                <a:latin typeface="Aptos Display"/>
                <a:ea typeface="Aptos Display"/>
                <a:cs typeface="Aptos Display"/>
              </a:rPr>
              <a:t>Decision after v1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80E2FF-4252-4F00-9333-638842B9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19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9D0A98-2AFD-464C-9131-DBD80DB5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4325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If v1 improves: scale labels and benchmark size.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2C1BBD-44D3-429A-9C52-976589B6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790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820BA5-F196-44F9-9EE9-79001829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1475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If v1 remains weak: move to neural/multimodal student localizer.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5E49F7-EC5A-4BF6-922B-493A48AD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6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22D3E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5E1057-0270-408E-8B7E-96091B93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28625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Keep selector fixed until evaluator/localizer is strong.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8AC618-3CBD-451B-95E3-B755FF73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CA3AF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9CA3AF"/>
                </a:solidFill>
                <a:latin typeface="Aptos"/>
                <a:ea typeface="Aptos"/>
                <a:cs typeface="Aptos"/>
              </a:rPr>
              <a:t>Sources: ASCR repo README, AI_COLLAB_LOG, result JSON summaries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45C41C-BDFA-41C0-8EBC-939EAED6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defRPr>
            </a:pPr>
            <a:r>
              <a:rPr sz="1050" b="1">
                <a:solidFill>
                  <a:srgbClr val="22D3EE"/>
                </a:solidFill>
                <a:latin typeface="Aptos Display"/>
                <a:ea typeface="Aptos Display"/>
                <a:cs typeface="Aptos Display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471335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2026-06-18T10:08:42.6830000Z</dcterms:created>
  <dcterms:modified xsi:type="dcterms:W3CDTF">2026-06-18T10:08:42.6830000Z</dcterms:modified>
</coreProperties>
</file>